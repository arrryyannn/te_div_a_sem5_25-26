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slideLayouts/slideLayout16.xml" ContentType="application/vnd.openxmlformats-officedocument.presentationml.slideLayout+xml"/>
  <Override PartName="/ppt/theme/theme4.xml" ContentType="application/vnd.openxmlformats-officedocument.theme+xml"/>
  <Override PartName="/ppt/slideLayouts/slideLayout1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50" r:id="rId2"/>
    <p:sldMasterId id="2147483664" r:id="rId3"/>
    <p:sldMasterId id="2147483666" r:id="rId4"/>
    <p:sldMasterId id="2147483668" r:id="rId5"/>
  </p:sldMasterIdLst>
  <p:notesMasterIdLst>
    <p:notesMasterId r:id="rId23"/>
  </p:notesMasterIdLst>
  <p:sldIdLst>
    <p:sldId id="257" r:id="rId6"/>
    <p:sldId id="258" r:id="rId7"/>
    <p:sldId id="259" r:id="rId8"/>
    <p:sldId id="272" r:id="rId9"/>
    <p:sldId id="273" r:id="rId10"/>
    <p:sldId id="274" r:id="rId11"/>
    <p:sldId id="275" r:id="rId12"/>
    <p:sldId id="261" r:id="rId13"/>
    <p:sldId id="262" r:id="rId14"/>
    <p:sldId id="271" r:id="rId15"/>
    <p:sldId id="276" r:id="rId16"/>
    <p:sldId id="265" r:id="rId17"/>
    <p:sldId id="277" r:id="rId18"/>
    <p:sldId id="278" r:id="rId19"/>
    <p:sldId id="268" r:id="rId20"/>
    <p:sldId id="269" r:id="rId21"/>
    <p:sldId id="270" r:id="rId22"/>
  </p:sldIdLst>
  <p:sldSz cx="10080625" cy="7559675"/>
  <p:notesSz cx="7559675" cy="10691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i0GbMgfnrMaI3YWesEmo1+UL5u0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FBF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74" autoAdjust="0"/>
    <p:restoredTop sz="94660"/>
  </p:normalViewPr>
  <p:slideViewPr>
    <p:cSldViewPr snapToGrid="0">
      <p:cViewPr varScale="1">
        <p:scale>
          <a:sx n="84" d="100"/>
          <a:sy n="84" d="100"/>
        </p:scale>
        <p:origin x="1181" y="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customschemas.google.com/relationships/presentationmetadata" Target="meta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yan shailesh" userId="4658e122a8468414" providerId="LiveId" clId="{0A2BA809-B82F-4C31-9E5F-9A70FA42B4C3}"/>
    <pc:docChg chg="undo custSel addSld delSld modSld">
      <pc:chgData name="aryan shailesh" userId="4658e122a8468414" providerId="LiveId" clId="{0A2BA809-B82F-4C31-9E5F-9A70FA42B4C3}" dt="2025-07-24T12:35:11.136" v="20" actId="1076"/>
      <pc:docMkLst>
        <pc:docMk/>
      </pc:docMkLst>
      <pc:sldChg chg="addSp modSp mod">
        <pc:chgData name="aryan shailesh" userId="4658e122a8468414" providerId="LiveId" clId="{0A2BA809-B82F-4C31-9E5F-9A70FA42B4C3}" dt="2025-07-24T12:34:00.031" v="16" actId="1076"/>
        <pc:sldMkLst>
          <pc:docMk/>
          <pc:sldMk cId="0" sldId="260"/>
        </pc:sldMkLst>
      </pc:sldChg>
      <pc:sldChg chg="modSp mod modNotes">
        <pc:chgData name="aryan shailesh" userId="4658e122a8468414" providerId="LiveId" clId="{0A2BA809-B82F-4C31-9E5F-9A70FA42B4C3}" dt="2025-07-23T16:50:37.918" v="1" actId="255"/>
        <pc:sldMkLst>
          <pc:docMk/>
          <pc:sldMk cId="0" sldId="269"/>
        </pc:sldMkLst>
      </pc:sldChg>
      <pc:sldChg chg="addSp delSp modSp add del mod">
        <pc:chgData name="aryan shailesh" userId="4658e122a8468414" providerId="LiveId" clId="{0A2BA809-B82F-4C31-9E5F-9A70FA42B4C3}" dt="2025-07-24T12:33:53.201" v="15" actId="1076"/>
        <pc:sldMkLst>
          <pc:docMk/>
          <pc:sldMk cId="433758325" sldId="271"/>
        </pc:sldMkLst>
      </pc:sldChg>
      <pc:sldChg chg="addSp delSp modSp add mod">
        <pc:chgData name="aryan shailesh" userId="4658e122a8468414" providerId="LiveId" clId="{0A2BA809-B82F-4C31-9E5F-9A70FA42B4C3}" dt="2025-07-24T12:35:11.136" v="20" actId="1076"/>
        <pc:sldMkLst>
          <pc:docMk/>
          <pc:sldMk cId="2192263386" sldId="272"/>
        </pc:sldMkLst>
      </pc:sldChg>
    </pc:docChg>
  </pc:docChgLst>
  <pc:docChgLst>
    <pc:chgData name="aryan shailesh" userId="4658e122a8468414" providerId="LiveId" clId="{8A1E1D67-A429-4F9D-8F7E-269516D2E16E}"/>
    <pc:docChg chg="undo custSel addSld modSld sldOrd">
      <pc:chgData name="aryan shailesh" userId="4658e122a8468414" providerId="LiveId" clId="{8A1E1D67-A429-4F9D-8F7E-269516D2E16E}" dt="2025-10-30T14:32:11.135" v="327"/>
      <pc:docMkLst>
        <pc:docMk/>
      </pc:docMkLst>
      <pc:sldChg chg="modSp mod">
        <pc:chgData name="aryan shailesh" userId="4658e122a8468414" providerId="LiveId" clId="{8A1E1D67-A429-4F9D-8F7E-269516D2E16E}" dt="2025-10-09T16:46:35.062" v="325" actId="20577"/>
        <pc:sldMkLst>
          <pc:docMk/>
          <pc:sldMk cId="0" sldId="257"/>
        </pc:sldMkLst>
        <pc:spChg chg="mod">
          <ac:chgData name="aryan shailesh" userId="4658e122a8468414" providerId="LiveId" clId="{8A1E1D67-A429-4F9D-8F7E-269516D2E16E}" dt="2025-10-09T16:46:35.062" v="325" actId="20577"/>
          <ac:spMkLst>
            <pc:docMk/>
            <pc:sldMk cId="0" sldId="257"/>
            <ac:spMk id="218" creationId="{00000000-0000-0000-0000-000000000000}"/>
          </ac:spMkLst>
        </pc:spChg>
      </pc:sldChg>
      <pc:sldChg chg="modSp mod">
        <pc:chgData name="aryan shailesh" userId="4658e122a8468414" providerId="LiveId" clId="{8A1E1D67-A429-4F9D-8F7E-269516D2E16E}" dt="2025-09-12T03:44:17.935" v="173" actId="20577"/>
        <pc:sldMkLst>
          <pc:docMk/>
          <pc:sldMk cId="0" sldId="258"/>
        </pc:sldMkLst>
      </pc:sldChg>
      <pc:sldChg chg="modSp mod">
        <pc:chgData name="aryan shailesh" userId="4658e122a8468414" providerId="LiveId" clId="{8A1E1D67-A429-4F9D-8F7E-269516D2E16E}" dt="2025-10-09T16:15:51.141" v="321" actId="1076"/>
        <pc:sldMkLst>
          <pc:docMk/>
          <pc:sldMk cId="0" sldId="261"/>
        </pc:sldMkLst>
        <pc:spChg chg="mod">
          <ac:chgData name="aryan shailesh" userId="4658e122a8468414" providerId="LiveId" clId="{8A1E1D67-A429-4F9D-8F7E-269516D2E16E}" dt="2025-10-09T16:15:51.141" v="321" actId="1076"/>
          <ac:spMkLst>
            <pc:docMk/>
            <pc:sldMk cId="0" sldId="261"/>
            <ac:spMk id="249" creationId="{00000000-0000-0000-0000-000000000000}"/>
          </ac:spMkLst>
        </pc:spChg>
      </pc:sldChg>
      <pc:sldChg chg="modSp mod">
        <pc:chgData name="aryan shailesh" userId="4658e122a8468414" providerId="LiveId" clId="{8A1E1D67-A429-4F9D-8F7E-269516D2E16E}" dt="2025-09-11T15:34:22.842" v="31" actId="14100"/>
        <pc:sldMkLst>
          <pc:docMk/>
          <pc:sldMk cId="0" sldId="265"/>
        </pc:sldMkLst>
      </pc:sldChg>
      <pc:sldChg chg="modSp mod">
        <pc:chgData name="aryan shailesh" userId="4658e122a8468414" providerId="LiveId" clId="{8A1E1D67-A429-4F9D-8F7E-269516D2E16E}" dt="2025-10-09T16:14:47.702" v="320" actId="20577"/>
        <pc:sldMkLst>
          <pc:docMk/>
          <pc:sldMk cId="0" sldId="268"/>
        </pc:sldMkLst>
        <pc:spChg chg="mod">
          <ac:chgData name="aryan shailesh" userId="4658e122a8468414" providerId="LiveId" clId="{8A1E1D67-A429-4F9D-8F7E-269516D2E16E}" dt="2025-10-09T16:14:47.702" v="320" actId="20577"/>
          <ac:spMkLst>
            <pc:docMk/>
            <pc:sldMk cId="0" sldId="268"/>
            <ac:spMk id="296" creationId="{00000000-0000-0000-0000-000000000000}"/>
          </ac:spMkLst>
        </pc:spChg>
      </pc:sldChg>
      <pc:sldChg chg="modSp mod">
        <pc:chgData name="aryan shailesh" userId="4658e122a8468414" providerId="LiveId" clId="{8A1E1D67-A429-4F9D-8F7E-269516D2E16E}" dt="2025-10-09T15:35:44.227" v="186" actId="12"/>
        <pc:sldMkLst>
          <pc:docMk/>
          <pc:sldMk cId="0" sldId="269"/>
        </pc:sldMkLst>
        <pc:spChg chg="mod">
          <ac:chgData name="aryan shailesh" userId="4658e122a8468414" providerId="LiveId" clId="{8A1E1D67-A429-4F9D-8F7E-269516D2E16E}" dt="2025-10-09T15:35:44.227" v="186" actId="12"/>
          <ac:spMkLst>
            <pc:docMk/>
            <pc:sldMk cId="0" sldId="269"/>
            <ac:spMk id="304" creationId="{00000000-0000-0000-0000-000000000000}"/>
          </ac:spMkLst>
        </pc:spChg>
      </pc:sldChg>
      <pc:sldChg chg="ord">
        <pc:chgData name="aryan shailesh" userId="4658e122a8468414" providerId="LiveId" clId="{8A1E1D67-A429-4F9D-8F7E-269516D2E16E}" dt="2025-10-30T14:32:11.135" v="327"/>
        <pc:sldMkLst>
          <pc:docMk/>
          <pc:sldMk cId="2805760730" sldId="272"/>
        </pc:sldMkLst>
      </pc:sldChg>
      <pc:sldChg chg="addSp modSp add mod">
        <pc:chgData name="aryan shailesh" userId="4658e122a8468414" providerId="LiveId" clId="{8A1E1D67-A429-4F9D-8F7E-269516D2E16E}" dt="2025-09-11T15:30:32.054" v="5" actId="1076"/>
        <pc:sldMkLst>
          <pc:docMk/>
          <pc:sldMk cId="1732017833" sldId="273"/>
        </pc:sldMkLst>
      </pc:sldChg>
      <pc:sldChg chg="addSp delSp modSp add mod">
        <pc:chgData name="aryan shailesh" userId="4658e122a8468414" providerId="LiveId" clId="{8A1E1D67-A429-4F9D-8F7E-269516D2E16E}" dt="2025-09-11T15:31:11.796" v="12" actId="14100"/>
        <pc:sldMkLst>
          <pc:docMk/>
          <pc:sldMk cId="2991419140" sldId="274"/>
        </pc:sldMkLst>
      </pc:sldChg>
      <pc:sldChg chg="addSp delSp modSp add mod">
        <pc:chgData name="aryan shailesh" userId="4658e122a8468414" providerId="LiveId" clId="{8A1E1D67-A429-4F9D-8F7E-269516D2E16E}" dt="2025-09-11T15:31:47.145" v="20" actId="14100"/>
        <pc:sldMkLst>
          <pc:docMk/>
          <pc:sldMk cId="2719910106" sldId="275"/>
        </pc:sldMkLst>
      </pc:sldChg>
      <pc:sldChg chg="addSp delSp modSp add mod">
        <pc:chgData name="aryan shailesh" userId="4658e122a8468414" providerId="LiveId" clId="{8A1E1D67-A429-4F9D-8F7E-269516D2E16E}" dt="2025-10-09T16:24:58.011" v="322" actId="1076"/>
        <pc:sldMkLst>
          <pc:docMk/>
          <pc:sldMk cId="199792629" sldId="276"/>
        </pc:sldMkLst>
        <pc:spChg chg="add mod">
          <ac:chgData name="aryan shailesh" userId="4658e122a8468414" providerId="LiveId" clId="{8A1E1D67-A429-4F9D-8F7E-269516D2E16E}" dt="2025-10-09T16:06:07.907" v="208" actId="208"/>
          <ac:spMkLst>
            <pc:docMk/>
            <pc:sldMk cId="199792629" sldId="276"/>
            <ac:spMk id="20" creationId="{B8D29E6A-CA0A-E4B3-2151-D410A802C9C7}"/>
          </ac:spMkLst>
        </pc:spChg>
        <pc:spChg chg="add mod">
          <ac:chgData name="aryan shailesh" userId="4658e122a8468414" providerId="LiveId" clId="{8A1E1D67-A429-4F9D-8F7E-269516D2E16E}" dt="2025-10-09T16:06:46.455" v="211" actId="208"/>
          <ac:spMkLst>
            <pc:docMk/>
            <pc:sldMk cId="199792629" sldId="276"/>
            <ac:spMk id="21" creationId="{825DA184-80D3-2A7D-D333-0C511F76CC88}"/>
          </ac:spMkLst>
        </pc:spChg>
        <pc:spChg chg="add mod">
          <ac:chgData name="aryan shailesh" userId="4658e122a8468414" providerId="LiveId" clId="{8A1E1D67-A429-4F9D-8F7E-269516D2E16E}" dt="2025-10-09T16:11:02.671" v="267" actId="208"/>
          <ac:spMkLst>
            <pc:docMk/>
            <pc:sldMk cId="199792629" sldId="276"/>
            <ac:spMk id="24" creationId="{D84A0678-8920-C053-0D12-759EB7834BA8}"/>
          </ac:spMkLst>
        </pc:spChg>
        <pc:spChg chg="add mod">
          <ac:chgData name="aryan shailesh" userId="4658e122a8468414" providerId="LiveId" clId="{8A1E1D67-A429-4F9D-8F7E-269516D2E16E}" dt="2025-10-09T16:11:30.323" v="274" actId="208"/>
          <ac:spMkLst>
            <pc:docMk/>
            <pc:sldMk cId="199792629" sldId="276"/>
            <ac:spMk id="25" creationId="{FBC74B73-28E8-EDDC-EFCC-E172735EB177}"/>
          </ac:spMkLst>
        </pc:spChg>
        <pc:spChg chg="add mod">
          <ac:chgData name="aryan shailesh" userId="4658e122a8468414" providerId="LiveId" clId="{8A1E1D67-A429-4F9D-8F7E-269516D2E16E}" dt="2025-10-09T16:24:58.011" v="322" actId="1076"/>
          <ac:spMkLst>
            <pc:docMk/>
            <pc:sldMk cId="199792629" sldId="276"/>
            <ac:spMk id="26" creationId="{87A66A2F-928F-DEFC-063C-735BE29B18DA}"/>
          </ac:spMkLst>
        </pc:spChg>
        <pc:spChg chg="add mod">
          <ac:chgData name="aryan shailesh" userId="4658e122a8468414" providerId="LiveId" clId="{8A1E1D67-A429-4F9D-8F7E-269516D2E16E}" dt="2025-10-09T16:12:27.793" v="282" actId="208"/>
          <ac:spMkLst>
            <pc:docMk/>
            <pc:sldMk cId="199792629" sldId="276"/>
            <ac:spMk id="27" creationId="{026FE244-9A46-539C-5A73-224F5A7E233F}"/>
          </ac:spMkLst>
        </pc:spChg>
        <pc:spChg chg="mod">
          <ac:chgData name="aryan shailesh" userId="4658e122a8468414" providerId="LiveId" clId="{8A1E1D67-A429-4F9D-8F7E-269516D2E16E}" dt="2025-10-09T16:10:30.540" v="261" actId="21"/>
          <ac:spMkLst>
            <pc:docMk/>
            <pc:sldMk cId="199792629" sldId="276"/>
            <ac:spMk id="255" creationId="{2BC42EDA-5179-98F8-711F-DFF728DAB847}"/>
          </ac:spMkLst>
        </pc:spChg>
        <pc:picChg chg="add del mod">
          <ac:chgData name="aryan shailesh" userId="4658e122a8468414" providerId="LiveId" clId="{8A1E1D67-A429-4F9D-8F7E-269516D2E16E}" dt="2025-10-09T16:11:07.084" v="271" actId="1076"/>
          <ac:picMkLst>
            <pc:docMk/>
            <pc:sldMk cId="199792629" sldId="276"/>
            <ac:picMk id="2" creationId="{B4F5ABEB-16F1-830C-5672-907E8D6D7330}"/>
          </ac:picMkLst>
        </pc:picChg>
        <pc:inkChg chg="add">
          <ac:chgData name="aryan shailesh" userId="4658e122a8468414" providerId="LiveId" clId="{8A1E1D67-A429-4F9D-8F7E-269516D2E16E}" dt="2025-10-09T16:03:40.801" v="188" actId="9405"/>
          <ac:inkMkLst>
            <pc:docMk/>
            <pc:sldMk cId="199792629" sldId="276"/>
            <ac:inkMk id="3" creationId="{E75805F6-D52C-614F-FF78-04D4969A1E75}"/>
          </ac:inkMkLst>
        </pc:inkChg>
        <pc:inkChg chg="add">
          <ac:chgData name="aryan shailesh" userId="4658e122a8468414" providerId="LiveId" clId="{8A1E1D67-A429-4F9D-8F7E-269516D2E16E}" dt="2025-10-09T16:03:42.136" v="189" actId="9405"/>
          <ac:inkMkLst>
            <pc:docMk/>
            <pc:sldMk cId="199792629" sldId="276"/>
            <ac:inkMk id="4" creationId="{C0930469-5C42-0A14-9B00-DDDCEC0F57BA}"/>
          </ac:inkMkLst>
        </pc:inkChg>
        <pc:inkChg chg="add">
          <ac:chgData name="aryan shailesh" userId="4658e122a8468414" providerId="LiveId" clId="{8A1E1D67-A429-4F9D-8F7E-269516D2E16E}" dt="2025-10-09T16:03:42.666" v="190" actId="9405"/>
          <ac:inkMkLst>
            <pc:docMk/>
            <pc:sldMk cId="199792629" sldId="276"/>
            <ac:inkMk id="5" creationId="{6A2F510B-A250-332F-1A25-E7039EE0A44D}"/>
          </ac:inkMkLst>
        </pc:inkChg>
        <pc:inkChg chg="add">
          <ac:chgData name="aryan shailesh" userId="4658e122a8468414" providerId="LiveId" clId="{8A1E1D67-A429-4F9D-8F7E-269516D2E16E}" dt="2025-10-09T16:03:42.838" v="191" actId="9405"/>
          <ac:inkMkLst>
            <pc:docMk/>
            <pc:sldMk cId="199792629" sldId="276"/>
            <ac:inkMk id="6" creationId="{F733714F-E629-A61A-156D-0B3BBFE3877B}"/>
          </ac:inkMkLst>
        </pc:inkChg>
        <pc:inkChg chg="add">
          <ac:chgData name="aryan shailesh" userId="4658e122a8468414" providerId="LiveId" clId="{8A1E1D67-A429-4F9D-8F7E-269516D2E16E}" dt="2025-10-09T16:03:43.054" v="192" actId="9405"/>
          <ac:inkMkLst>
            <pc:docMk/>
            <pc:sldMk cId="199792629" sldId="276"/>
            <ac:inkMk id="7" creationId="{BC2DD8B2-9808-7FCF-7938-6A6F39C63F90}"/>
          </ac:inkMkLst>
        </pc:inkChg>
        <pc:inkChg chg="add">
          <ac:chgData name="aryan shailesh" userId="4658e122a8468414" providerId="LiveId" clId="{8A1E1D67-A429-4F9D-8F7E-269516D2E16E}" dt="2025-10-09T16:03:46.496" v="193" actId="9405"/>
          <ac:inkMkLst>
            <pc:docMk/>
            <pc:sldMk cId="199792629" sldId="276"/>
            <ac:inkMk id="8" creationId="{62B68BDE-E06D-9866-5EB3-0A75E6DCC32E}"/>
          </ac:inkMkLst>
        </pc:inkChg>
        <pc:inkChg chg="add">
          <ac:chgData name="aryan shailesh" userId="4658e122a8468414" providerId="LiveId" clId="{8A1E1D67-A429-4F9D-8F7E-269516D2E16E}" dt="2025-10-09T16:03:53.246" v="194" actId="9405"/>
          <ac:inkMkLst>
            <pc:docMk/>
            <pc:sldMk cId="199792629" sldId="276"/>
            <ac:inkMk id="9" creationId="{4DF22C38-AFA9-5124-6D86-82A36A47FBA0}"/>
          </ac:inkMkLst>
        </pc:inkChg>
        <pc:inkChg chg="add">
          <ac:chgData name="aryan shailesh" userId="4658e122a8468414" providerId="LiveId" clId="{8A1E1D67-A429-4F9D-8F7E-269516D2E16E}" dt="2025-10-09T16:03:53.728" v="195" actId="9405"/>
          <ac:inkMkLst>
            <pc:docMk/>
            <pc:sldMk cId="199792629" sldId="276"/>
            <ac:inkMk id="10" creationId="{BED85CEB-0A58-ED13-8801-586A7264B0C8}"/>
          </ac:inkMkLst>
        </pc:inkChg>
        <pc:inkChg chg="add">
          <ac:chgData name="aryan shailesh" userId="4658e122a8468414" providerId="LiveId" clId="{8A1E1D67-A429-4F9D-8F7E-269516D2E16E}" dt="2025-10-09T16:03:55.471" v="196" actId="9405"/>
          <ac:inkMkLst>
            <pc:docMk/>
            <pc:sldMk cId="199792629" sldId="276"/>
            <ac:inkMk id="11" creationId="{69089F06-E325-84BB-DF1C-E65F3D344F34}"/>
          </ac:inkMkLst>
        </pc:inkChg>
        <pc:inkChg chg="add">
          <ac:chgData name="aryan shailesh" userId="4658e122a8468414" providerId="LiveId" clId="{8A1E1D67-A429-4F9D-8F7E-269516D2E16E}" dt="2025-10-09T16:04:13.791" v="197" actId="9405"/>
          <ac:inkMkLst>
            <pc:docMk/>
            <pc:sldMk cId="199792629" sldId="276"/>
            <ac:inkMk id="12" creationId="{AA3BEDD7-7D7C-A251-A028-D62048BD4094}"/>
          </ac:inkMkLst>
        </pc:inkChg>
        <pc:inkChg chg="add">
          <ac:chgData name="aryan shailesh" userId="4658e122a8468414" providerId="LiveId" clId="{8A1E1D67-A429-4F9D-8F7E-269516D2E16E}" dt="2025-10-09T16:04:14.537" v="198" actId="9405"/>
          <ac:inkMkLst>
            <pc:docMk/>
            <pc:sldMk cId="199792629" sldId="276"/>
            <ac:inkMk id="13" creationId="{2B0A5306-866C-CE5C-3C18-1E58D44767FE}"/>
          </ac:inkMkLst>
        </pc:inkChg>
        <pc:inkChg chg="add">
          <ac:chgData name="aryan shailesh" userId="4658e122a8468414" providerId="LiveId" clId="{8A1E1D67-A429-4F9D-8F7E-269516D2E16E}" dt="2025-10-09T16:04:28.637" v="199" actId="9405"/>
          <ac:inkMkLst>
            <pc:docMk/>
            <pc:sldMk cId="199792629" sldId="276"/>
            <ac:inkMk id="14" creationId="{C5AC9916-0FEA-6311-0287-DF138D4A3591}"/>
          </ac:inkMkLst>
        </pc:inkChg>
        <pc:inkChg chg="add">
          <ac:chgData name="aryan shailesh" userId="4658e122a8468414" providerId="LiveId" clId="{8A1E1D67-A429-4F9D-8F7E-269516D2E16E}" dt="2025-10-09T16:04:29.134" v="200" actId="9405"/>
          <ac:inkMkLst>
            <pc:docMk/>
            <pc:sldMk cId="199792629" sldId="276"/>
            <ac:inkMk id="15" creationId="{03976340-CF9A-CC6C-F882-26343C39A556}"/>
          </ac:inkMkLst>
        </pc:inkChg>
        <pc:inkChg chg="add">
          <ac:chgData name="aryan shailesh" userId="4658e122a8468414" providerId="LiveId" clId="{8A1E1D67-A429-4F9D-8F7E-269516D2E16E}" dt="2025-10-09T16:04:57.638" v="201" actId="9405"/>
          <ac:inkMkLst>
            <pc:docMk/>
            <pc:sldMk cId="199792629" sldId="276"/>
            <ac:inkMk id="16" creationId="{91E6151D-7D6F-900A-C8E0-B20329BA7740}"/>
          </ac:inkMkLst>
        </pc:inkChg>
        <pc:inkChg chg="add">
          <ac:chgData name="aryan shailesh" userId="4658e122a8468414" providerId="LiveId" clId="{8A1E1D67-A429-4F9D-8F7E-269516D2E16E}" dt="2025-10-09T16:04:58.855" v="202" actId="9405"/>
          <ac:inkMkLst>
            <pc:docMk/>
            <pc:sldMk cId="199792629" sldId="276"/>
            <ac:inkMk id="17" creationId="{EF7B281A-E6BB-46C9-CCF3-849CD58A72AB}"/>
          </ac:inkMkLst>
        </pc:inkChg>
        <pc:inkChg chg="add">
          <ac:chgData name="aryan shailesh" userId="4658e122a8468414" providerId="LiveId" clId="{8A1E1D67-A429-4F9D-8F7E-269516D2E16E}" dt="2025-10-09T16:04:59.226" v="203" actId="9405"/>
          <ac:inkMkLst>
            <pc:docMk/>
            <pc:sldMk cId="199792629" sldId="276"/>
            <ac:inkMk id="18" creationId="{3B40D15A-6612-2EB0-AC5E-8398054AA72D}"/>
          </ac:inkMkLst>
        </pc:inkChg>
        <pc:inkChg chg="add">
          <ac:chgData name="aryan shailesh" userId="4658e122a8468414" providerId="LiveId" clId="{8A1E1D67-A429-4F9D-8F7E-269516D2E16E}" dt="2025-10-09T16:05:00.163" v="204" actId="9405"/>
          <ac:inkMkLst>
            <pc:docMk/>
            <pc:sldMk cId="199792629" sldId="276"/>
            <ac:inkMk id="19" creationId="{77FFA6A9-E719-C61F-0043-E3630B67E3F9}"/>
          </ac:inkMkLst>
        </pc:inkChg>
      </pc:sldChg>
      <pc:sldChg chg="addSp delSp modSp add mod">
        <pc:chgData name="aryan shailesh" userId="4658e122a8468414" providerId="LiveId" clId="{8A1E1D67-A429-4F9D-8F7E-269516D2E16E}" dt="2025-10-09T16:13:38.332" v="286" actId="14100"/>
        <pc:sldMkLst>
          <pc:docMk/>
          <pc:sldMk cId="1263350928" sldId="277"/>
        </pc:sldMkLst>
        <pc:picChg chg="add mod">
          <ac:chgData name="aryan shailesh" userId="4658e122a8468414" providerId="LiveId" clId="{8A1E1D67-A429-4F9D-8F7E-269516D2E16E}" dt="2025-10-09T16:13:38.332" v="286" actId="14100"/>
          <ac:picMkLst>
            <pc:docMk/>
            <pc:sldMk cId="1263350928" sldId="277"/>
            <ac:picMk id="2" creationId="{D5C653D7-51E0-42A7-8ECB-DB8AFD9C0D57}"/>
          </ac:picMkLst>
        </pc:picChg>
      </pc:sldChg>
      <pc:sldChg chg="addSp delSp modSp add mod">
        <pc:chgData name="aryan shailesh" userId="4658e122a8468414" providerId="LiveId" clId="{8A1E1D67-A429-4F9D-8F7E-269516D2E16E}" dt="2025-10-09T16:14:17.022" v="294" actId="1076"/>
        <pc:sldMkLst>
          <pc:docMk/>
          <pc:sldMk cId="3661865950" sldId="278"/>
        </pc:sldMkLst>
        <pc:picChg chg="add mod">
          <ac:chgData name="aryan shailesh" userId="4658e122a8468414" providerId="LiveId" clId="{8A1E1D67-A429-4F9D-8F7E-269516D2E16E}" dt="2025-10-09T16:14:17.022" v="294" actId="1076"/>
          <ac:picMkLst>
            <pc:docMk/>
            <pc:sldMk cId="3661865950" sldId="278"/>
            <ac:picMk id="2" creationId="{79BD7856-D44B-9530-B868-656692D62EA8}"/>
          </ac:picMkLst>
        </pc:picChg>
      </pc:sldChg>
    </pc:docChg>
  </pc:docChgLst>
  <pc:docChgLst>
    <pc:chgData name="aryan shailesh" userId="4658e122a8468414" providerId="LiveId" clId="{1F893BE6-F759-42C6-B56F-9E91BF45985D}"/>
    <pc:docChg chg="undo custSel addSld delSld modSld sldOrd">
      <pc:chgData name="aryan shailesh" userId="4658e122a8468414" providerId="LiveId" clId="{1F893BE6-F759-42C6-B56F-9E91BF45985D}" dt="2025-07-25T04:01:31.389" v="364" actId="20577"/>
      <pc:docMkLst>
        <pc:docMk/>
      </pc:docMkLst>
      <pc:sldChg chg="del">
        <pc:chgData name="aryan shailesh" userId="4658e122a8468414" providerId="LiveId" clId="{1F893BE6-F759-42C6-B56F-9E91BF45985D}" dt="2025-07-24T14:17:28.077" v="0" actId="47"/>
        <pc:sldMkLst>
          <pc:docMk/>
          <pc:sldMk cId="0" sldId="256"/>
        </pc:sldMkLst>
      </pc:sldChg>
      <pc:sldChg chg="modSp mod">
        <pc:chgData name="aryan shailesh" userId="4658e122a8468414" providerId="LiveId" clId="{1F893BE6-F759-42C6-B56F-9E91BF45985D}" dt="2025-07-25T04:01:31.389" v="364" actId="20577"/>
        <pc:sldMkLst>
          <pc:docMk/>
          <pc:sldMk cId="0" sldId="257"/>
        </pc:sldMkLst>
      </pc:sldChg>
      <pc:sldChg chg="modSp mod">
        <pc:chgData name="aryan shailesh" userId="4658e122a8468414" providerId="LiveId" clId="{1F893BE6-F759-42C6-B56F-9E91BF45985D}" dt="2025-07-24T14:48:36.827" v="356" actId="20577"/>
        <pc:sldMkLst>
          <pc:docMk/>
          <pc:sldMk cId="0" sldId="258"/>
        </pc:sldMkLst>
      </pc:sldChg>
      <pc:sldChg chg="del">
        <pc:chgData name="aryan shailesh" userId="4658e122a8468414" providerId="LiveId" clId="{1F893BE6-F759-42C6-B56F-9E91BF45985D}" dt="2025-07-24T14:20:36.747" v="4" actId="47"/>
        <pc:sldMkLst>
          <pc:docMk/>
          <pc:sldMk cId="0" sldId="260"/>
        </pc:sldMkLst>
      </pc:sldChg>
      <pc:sldChg chg="del">
        <pc:chgData name="aryan shailesh" userId="4658e122a8468414" providerId="LiveId" clId="{1F893BE6-F759-42C6-B56F-9E91BF45985D}" dt="2025-07-24T14:20:41.730" v="7" actId="47"/>
        <pc:sldMkLst>
          <pc:docMk/>
          <pc:sldMk cId="0" sldId="263"/>
        </pc:sldMkLst>
      </pc:sldChg>
      <pc:sldChg chg="del">
        <pc:chgData name="aryan shailesh" userId="4658e122a8468414" providerId="LiveId" clId="{1F893BE6-F759-42C6-B56F-9E91BF45985D}" dt="2025-07-24T14:20:45.155" v="8" actId="47"/>
        <pc:sldMkLst>
          <pc:docMk/>
          <pc:sldMk cId="0" sldId="264"/>
        </pc:sldMkLst>
      </pc:sldChg>
      <pc:sldChg chg="del">
        <pc:chgData name="aryan shailesh" userId="4658e122a8468414" providerId="LiveId" clId="{1F893BE6-F759-42C6-B56F-9E91BF45985D}" dt="2025-07-24T14:20:47.871" v="9" actId="47"/>
        <pc:sldMkLst>
          <pc:docMk/>
          <pc:sldMk cId="0" sldId="266"/>
        </pc:sldMkLst>
      </pc:sldChg>
      <pc:sldChg chg="del">
        <pc:chgData name="aryan shailesh" userId="4658e122a8468414" providerId="LiveId" clId="{1F893BE6-F759-42C6-B56F-9E91BF45985D}" dt="2025-07-24T14:20:48.747" v="10" actId="47"/>
        <pc:sldMkLst>
          <pc:docMk/>
          <pc:sldMk cId="0" sldId="267"/>
        </pc:sldMkLst>
      </pc:sldChg>
      <pc:sldChg chg="ord">
        <pc:chgData name="aryan shailesh" userId="4658e122a8468414" providerId="LiveId" clId="{1F893BE6-F759-42C6-B56F-9E91BF45985D}" dt="2025-07-25T03:38:36.291" v="358"/>
        <pc:sldMkLst>
          <pc:docMk/>
          <pc:sldMk cId="0" sldId="269"/>
        </pc:sldMkLst>
      </pc:sldChg>
      <pc:sldChg chg="del">
        <pc:chgData name="aryan shailesh" userId="4658e122a8468414" providerId="LiveId" clId="{1F893BE6-F759-42C6-B56F-9E91BF45985D}" dt="2025-07-24T14:20:37.372" v="5" actId="47"/>
        <pc:sldMkLst>
          <pc:docMk/>
          <pc:sldMk cId="433758325" sldId="271"/>
        </pc:sldMkLst>
      </pc:sldChg>
      <pc:sldChg chg="modSp add mod">
        <pc:chgData name="aryan shailesh" userId="4658e122a8468414" providerId="LiveId" clId="{1F893BE6-F759-42C6-B56F-9E91BF45985D}" dt="2025-07-24T14:26:19.114" v="284" actId="20577"/>
        <pc:sldMkLst>
          <pc:docMk/>
          <pc:sldMk cId="2308691521" sldId="271"/>
        </pc:sldMkLst>
      </pc:sldChg>
      <pc:sldChg chg="del">
        <pc:chgData name="aryan shailesh" userId="4658e122a8468414" providerId="LiveId" clId="{1F893BE6-F759-42C6-B56F-9E91BF45985D}" dt="2025-07-24T14:20:37.587" v="6" actId="47"/>
        <pc:sldMkLst>
          <pc:docMk/>
          <pc:sldMk cId="2192263386" sldId="272"/>
        </pc:sldMkLst>
      </pc:sldChg>
      <pc:sldChg chg="addSp delSp modSp add mod">
        <pc:chgData name="aryan shailesh" userId="4658e122a8468414" providerId="LiveId" clId="{1F893BE6-F759-42C6-B56F-9E91BF45985D}" dt="2025-07-24T14:44:53.351" v="351" actId="313"/>
        <pc:sldMkLst>
          <pc:docMk/>
          <pc:sldMk cId="2805760730" sldId="272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9T16:03:40.792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9T16:03:42.134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2,'86'-2,"95"4,-169-1,0 0,0 1,-1 0,1 1,-1 0,1 1,14 7,-23-10,-1 1,1 0,0 0,-1 0,1 0,-1 1,1-1,-1 0,0 1,0 0,0-1,-1 1,1 0,-1 0,1 0,-1 0,0 0,0 1,0-1,-1 0,1 0,-1 1,0-1,0 0,0 1,0-1,0 0,-1 0,1 1,-2 3,-4 14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9T16:03:42.665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9T16:03:42.836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9T16:03:43.052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9T16:03:46.494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0,'187'621,"35"-29,72 99,-292-686,1 0,-1-1,1 1,0-1,0 0,0 0,7 7,-9-11,0 1,0 0,0-1,0 1,1-1,-1 1,0-1,0 1,1-1,-1 0,0 0,1 0,-1 0,0 0,0 0,1 0,-1 0,0 0,1-1,-1 1,0 0,0-1,1 1,-1-1,0 1,0-1,0 0,0 0,0 1,0-1,0 0,0 0,1-1,0 1,-1 0,0-1,0 1,1 0,-1 0,0-1,0 1,0-1,0 1,0 0,-1-1,1 0,0 1,-1-1,1 0,-1 1,0-1,1 0,-1 1,0-1,0 0,0 1,0-4,-1 2,0 0,-1 0,1 0,0 0,-1 1,0-1,0 0,1 1,-1-1,-1 1,1 0,-3-2,-6-5,0 0,-1 1,0 1,-22-10,-38-15,-24-9,-119-72,206 107,0 1,0-2,1 1,0-1,1 0,-1-1,1 0,-9-13,14 17,-1-1,1 1,0-1,1 0,-1 0,1 1,0-1,0 0,0 0,0 0,1 0,0 0,0 0,1 0,-1 0,1 0,0 0,1 0,2-9,66-181,-67 185,1 1,0-1,0 1,0 0,1 0,1 1,-1-1,1 1,1 1,0-1,14-12,172-131,-181 142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9T16:03:53.243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9T16:03:53.726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9T16:03:55.471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163 188,'1'-2,"-1"1,0-1,1 0,-1 1,1-1,0 1,-1-1,1 1,0-1,0 1,0-1,0 1,0 0,1 0,-1-1,0 1,0 0,1 0,-1 0,1 0,-1 1,1-1,-1 0,1 1,-1-1,1 0,0 1,-1 0,1 0,3-1,25 0,-69 2,-127-2,165 1,0 0,-1 0,1 0,0 0,0 0,-1 0,1-1,0 1,0 0,0-1,-1 1,1-1,0 1,0-1,0 0,0 1,0-1,0 0,0 0,0 0,0 0,0-1,0 1,1 0,0 0,0 0,0 0,0 0,0 0,0 0,1 0,-1 0,0 0,0 0,1 0,-1 0,0 0,1 0,-1 1,1-1,0 0,-1 0,2-1,3-4,0 1,0 0,1 0,0 0,-1 1,8-4,-2 3,-1 0,1 1,0 0,1 0,-1 1,1 1,13-2,84 2,-80 3,0-2,50-6,-40 2,0 1,46 2,10-1,19-10,-61 6,63-1,-122 10,0 0,0 0,0 1,1 0,-1 0,1 0,0 0,0 1,0 0,1 0,-1 0,-4 6,-6 6,2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9T16:04:13.790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9T16:04:14.534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0 222,'332'141,"-35"-5,-293-134,0 0,0 0,0 0,0-1,0 0,8 1,-11-2,-1 0,1 0,-1 0,1 0,0 0,-1 0,1 0,-1 0,1 0,-1 0,1 0,-1-1,1 1,-1 0,0 0,1-1,-1 1,1 0,-1-1,1 1,-1 0,0-1,1 1,-1-1,1 0,-1 0,0 0,0 0,0 0,0-1,0 1,0 0,0 0,0 0,0 0,0 0,-1 0,1 0,0 0,-1 0,0-2,-16-31,-1 1,-42-58,-1-1,-22-78,54 104,30 93,3-16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9T16:04:28.635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9T16:04:29.132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1 158,'125'97,"5"-5,269 142,-381-224,158 72,-153-73,1-1,0-1,0-1,0-1,42 2,-56-7,0 0,0-1,0 0,-1-1,1 0,0-1,16-6,2-4,32-20,-20 10,178-99,200-103,-316 177,2 4,135-37,-110 48,0 7,2 5,1 6,187 2,-283 14,1 1,-1 1,1 2,-1 2,0 1,66 25,-85-26,-3-2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9T16:04:57.637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9T16:04:58.853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16,'2057'0,"-1839"-16,-215 17,0-1,0 1,0-1,0 1,1 0,-1 0,-1 1,1-1,0 1,0-1,0 1,-1 0,1 0,-1 0,1 0,-1 0,0 1,0-1,0 1,0 0,0-1,-1 1,3 5,4 8,-1 1,-1 0,4 18,-5-19,95 366,-4-10,-67-281,4-1,44 87,-48-125,1-1,3-1,1-1,3-3,2 0,88 77,-47-55,168 108,235 84,138 5,-89-70,7-25,7-22,6-25,676 62,-797-151,-127-23,-300-11,56 1,-1-1,117-19,-172 19,0-1,0 0,0 0,0 0,0 0,-1-1,1 0,0 1,-1-2,1 1,-1 0,1-1,3-3,-6 3,1 0,0 0,0 0,-1 0,0-1,0 1,0 0,0-1,0 1,-1-1,1 1,-1-1,0-6,3-64,17-95,26-73,-27 147,24-130,49-232,-89 445,-1 1,0 1,0 0,1 0,0 0,1 1,0-1,0 1,1 0,0 0,1 0,9-11,2 5,0 0,1 1,0 1,1 1,1 1,31-14,-8 7,0 3,54-13,-87 26,34-5,-43 6,1 1,-1 0,1 1,-1-1,1 0,-1 0,0 1,1-1,-1 0,0 1,1-1,-1 1,0 0,0-1,1 1,-1 0,0 0,0 0,0 0,0 0,0 0,0 0,0 0,-1 0,1 1,0-1,0 2,2 7,-1 0,0 0,-1 1,0-1,-1 0,0 0,-3 17,2-15,-10 103,-48 201,-60 108,102-367,-8 29,-3 0,-55 111,81-193,0 0,0 0,-1 0,1 0,-1 0,0 0,0-1,0 0,0 1,-1-1,0 0,-5 3,-9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9T16:04:59.223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9T16:05:00.162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1199 1592,'-38'-84,"-4"1,-3 3,-76-101,92 141,-50-57,64 82,0 1,0 0,-2 1,0 1,0 1,-25-13,16 12,0-1,0-1,2-2,0 0,0-1,2-2,0 0,1-1,1-1,-30-42,-53-83,84 119,2-1,-17-39,-14-24,13 36,-78-140,91 164,19 29,0-1,0-1,0 1,1 0,-1-1,1 1,0-1,0 1,1-1,-1 0,1 0,-2-6,3 9,0 1,0 0,0 0,0 0,0 0,0 0,1-1,-1 1,0 0,0 0,0 0,0 0,0 0,1 0,-1 0,0 0,0-1,0 1,0 0,1 0,-1 0,0 0,0 0,0 0,0 0,1 0,-1 0,0 0,0 0,0 0,1 0,-1 0,0 0,0 0,0 1,0-1,1 0,-1 0,0 0,0 0,0 0,0 0,0 0,0 0,1 1,-1-1,0 0,0 0,0 0,0 0,0 0,0 1,0-1,0 0,14 11,102 105,36 20,88 67,163 126,187 158,-18 23,-420-353,-127-124,-22-26,-8-7,-14-11,-146-98,-574-281,329 180,400 205,-471-260,465 256,11 5,0 0,-1 1,0 0,1 0,-1 0,0 1,0 0,-1 0,1 1,0 0,-8-1,-216 3,150-1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5900" y="812800"/>
            <a:ext cx="7126287" cy="40068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6787" cy="481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4278312" y="0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rebuchet MS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fld>
            <a:endParaRPr/>
          </a:p>
        </p:txBody>
      </p:sp>
      <p:sp>
        <p:nvSpPr>
          <p:cNvPr id="215" name="Google Shape;21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6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216" name="Google Shape;216;p2:notes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fld>
            <a:endParaRPr/>
          </a:p>
        </p:txBody>
      </p:sp>
      <p:sp>
        <p:nvSpPr>
          <p:cNvPr id="223" name="Google Shape;2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6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224" name="Google Shape;224;p3:notes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fld>
            <a:endParaRPr/>
          </a:p>
        </p:txBody>
      </p:sp>
      <p:sp>
        <p:nvSpPr>
          <p:cNvPr id="230" name="Google Shape;2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6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231" name="Google Shape;231;p4:notes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>
          <a:extLst>
            <a:ext uri="{FF2B5EF4-FFF2-40B4-BE49-F238E27FC236}">
              <a16:creationId xmlns:a16="http://schemas.microsoft.com/office/drawing/2014/main" id="{9F19AC59-C3BE-8B52-3358-3579C7E9D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0:notes">
            <a:extLst>
              <a:ext uri="{FF2B5EF4-FFF2-40B4-BE49-F238E27FC236}">
                <a16:creationId xmlns:a16="http://schemas.microsoft.com/office/drawing/2014/main" id="{4B85C173-C105-DA47-4446-FCAFCE24D48D}"/>
              </a:ext>
            </a:extLst>
          </p:cNvPr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fld>
            <a:endParaRPr/>
          </a:p>
        </p:txBody>
      </p:sp>
      <p:sp>
        <p:nvSpPr>
          <p:cNvPr id="272" name="Google Shape;272;p10:notes">
            <a:extLst>
              <a:ext uri="{FF2B5EF4-FFF2-40B4-BE49-F238E27FC236}">
                <a16:creationId xmlns:a16="http://schemas.microsoft.com/office/drawing/2014/main" id="{0EB55A4D-28A1-53DF-5181-CB733EA0AE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6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273" name="Google Shape;273;p10:notes">
            <a:extLst>
              <a:ext uri="{FF2B5EF4-FFF2-40B4-BE49-F238E27FC236}">
                <a16:creationId xmlns:a16="http://schemas.microsoft.com/office/drawing/2014/main" id="{B99743E3-F327-625E-13C4-DE394B620D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71758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>
          <a:extLst>
            <a:ext uri="{FF2B5EF4-FFF2-40B4-BE49-F238E27FC236}">
              <a16:creationId xmlns:a16="http://schemas.microsoft.com/office/drawing/2014/main" id="{3C5F447E-3C80-747A-C7B6-E1D223396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:notes">
            <a:extLst>
              <a:ext uri="{FF2B5EF4-FFF2-40B4-BE49-F238E27FC236}">
                <a16:creationId xmlns:a16="http://schemas.microsoft.com/office/drawing/2014/main" id="{85C865E1-F4A3-2E5B-A220-E54B4DEB3024}"/>
              </a:ext>
            </a:extLst>
          </p:cNvPr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5</a:t>
            </a:fld>
            <a:endParaRPr/>
          </a:p>
        </p:txBody>
      </p:sp>
      <p:sp>
        <p:nvSpPr>
          <p:cNvPr id="230" name="Google Shape;230;p4:notes">
            <a:extLst>
              <a:ext uri="{FF2B5EF4-FFF2-40B4-BE49-F238E27FC236}">
                <a16:creationId xmlns:a16="http://schemas.microsoft.com/office/drawing/2014/main" id="{14ADA1E2-562D-02FD-87F2-38223B04CD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6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231" name="Google Shape;231;p4:notes">
            <a:extLst>
              <a:ext uri="{FF2B5EF4-FFF2-40B4-BE49-F238E27FC236}">
                <a16:creationId xmlns:a16="http://schemas.microsoft.com/office/drawing/2014/main" id="{32F79D55-2172-2F83-A2DD-DC1AE478DB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18687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>
          <a:extLst>
            <a:ext uri="{FF2B5EF4-FFF2-40B4-BE49-F238E27FC236}">
              <a16:creationId xmlns:a16="http://schemas.microsoft.com/office/drawing/2014/main" id="{EB306480-FA99-9B96-9B40-69E9157BA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:notes">
            <a:extLst>
              <a:ext uri="{FF2B5EF4-FFF2-40B4-BE49-F238E27FC236}">
                <a16:creationId xmlns:a16="http://schemas.microsoft.com/office/drawing/2014/main" id="{7504AD3D-7113-5847-4ECC-685D1DD738DA}"/>
              </a:ext>
            </a:extLst>
          </p:cNvPr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6</a:t>
            </a:fld>
            <a:endParaRPr/>
          </a:p>
        </p:txBody>
      </p:sp>
      <p:sp>
        <p:nvSpPr>
          <p:cNvPr id="230" name="Google Shape;230;p4:notes">
            <a:extLst>
              <a:ext uri="{FF2B5EF4-FFF2-40B4-BE49-F238E27FC236}">
                <a16:creationId xmlns:a16="http://schemas.microsoft.com/office/drawing/2014/main" id="{7AFF4323-5E88-F0FB-8A90-DCEFDCBACB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6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231" name="Google Shape;231;p4:notes">
            <a:extLst>
              <a:ext uri="{FF2B5EF4-FFF2-40B4-BE49-F238E27FC236}">
                <a16:creationId xmlns:a16="http://schemas.microsoft.com/office/drawing/2014/main" id="{03B8995C-A7CD-B673-344A-D376C4E301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38542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>
          <a:extLst>
            <a:ext uri="{FF2B5EF4-FFF2-40B4-BE49-F238E27FC236}">
              <a16:creationId xmlns:a16="http://schemas.microsoft.com/office/drawing/2014/main" id="{979657D1-E4C1-B626-0F2B-B9E67D8C2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:notes">
            <a:extLst>
              <a:ext uri="{FF2B5EF4-FFF2-40B4-BE49-F238E27FC236}">
                <a16:creationId xmlns:a16="http://schemas.microsoft.com/office/drawing/2014/main" id="{70C948A6-0861-C140-A6C5-C725B717AEBE}"/>
              </a:ext>
            </a:extLst>
          </p:cNvPr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7</a:t>
            </a:fld>
            <a:endParaRPr/>
          </a:p>
        </p:txBody>
      </p:sp>
      <p:sp>
        <p:nvSpPr>
          <p:cNvPr id="230" name="Google Shape;230;p4:notes">
            <a:extLst>
              <a:ext uri="{FF2B5EF4-FFF2-40B4-BE49-F238E27FC236}">
                <a16:creationId xmlns:a16="http://schemas.microsoft.com/office/drawing/2014/main" id="{73E5CBE4-F1DC-4DDC-0785-580E3D9A0A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6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231" name="Google Shape;231;p4:notes">
            <a:extLst>
              <a:ext uri="{FF2B5EF4-FFF2-40B4-BE49-F238E27FC236}">
                <a16:creationId xmlns:a16="http://schemas.microsoft.com/office/drawing/2014/main" id="{FE1A64A3-3E73-F7A3-483D-971CEECF3C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519585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8</a:t>
            </a:fld>
            <a:endParaRPr/>
          </a:p>
        </p:txBody>
      </p:sp>
      <p:sp>
        <p:nvSpPr>
          <p:cNvPr id="244" name="Google Shape;24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6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245" name="Google Shape;245;p6:notes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7:notes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6787" cy="481012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1938" cy="40068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>
          <a:extLst>
            <a:ext uri="{FF2B5EF4-FFF2-40B4-BE49-F238E27FC236}">
              <a16:creationId xmlns:a16="http://schemas.microsoft.com/office/drawing/2014/main" id="{BE3021E2-6FA8-6482-BC1E-48503855F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7:notes">
            <a:extLst>
              <a:ext uri="{FF2B5EF4-FFF2-40B4-BE49-F238E27FC236}">
                <a16:creationId xmlns:a16="http://schemas.microsoft.com/office/drawing/2014/main" id="{51AE90CA-E117-BAFE-0AA6-E2B0B1E176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6787" cy="481012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7:notes">
            <a:extLst>
              <a:ext uri="{FF2B5EF4-FFF2-40B4-BE49-F238E27FC236}">
                <a16:creationId xmlns:a16="http://schemas.microsoft.com/office/drawing/2014/main" id="{A5061B06-2E61-692C-92B7-37BD7469B0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1938" cy="40068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924565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>
          <a:extLst>
            <a:ext uri="{FF2B5EF4-FFF2-40B4-BE49-F238E27FC236}">
              <a16:creationId xmlns:a16="http://schemas.microsoft.com/office/drawing/2014/main" id="{D9687F8E-650F-2CE3-6FBC-A6A089B45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7:notes">
            <a:extLst>
              <a:ext uri="{FF2B5EF4-FFF2-40B4-BE49-F238E27FC236}">
                <a16:creationId xmlns:a16="http://schemas.microsoft.com/office/drawing/2014/main" id="{BA002238-9B55-B5CC-8C24-DE2C6331F1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6787" cy="481012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7:notes">
            <a:extLst>
              <a:ext uri="{FF2B5EF4-FFF2-40B4-BE49-F238E27FC236}">
                <a16:creationId xmlns:a16="http://schemas.microsoft.com/office/drawing/2014/main" id="{973DE873-6417-DE17-E5A6-27A4435EC3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1938" cy="40068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414001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0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12</a:t>
            </a:fld>
            <a:endParaRPr/>
          </a:p>
        </p:txBody>
      </p:sp>
      <p:sp>
        <p:nvSpPr>
          <p:cNvPr id="272" name="Google Shape;27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6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273" name="Google Shape;273;p10:notes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>
          <a:extLst>
            <a:ext uri="{FF2B5EF4-FFF2-40B4-BE49-F238E27FC236}">
              <a16:creationId xmlns:a16="http://schemas.microsoft.com/office/drawing/2014/main" id="{6C8DC59F-8DEC-B1EE-E4BE-EFB9B3313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0:notes">
            <a:extLst>
              <a:ext uri="{FF2B5EF4-FFF2-40B4-BE49-F238E27FC236}">
                <a16:creationId xmlns:a16="http://schemas.microsoft.com/office/drawing/2014/main" id="{FEB6171A-CBBB-9264-FAD1-FC9950DA60C2}"/>
              </a:ext>
            </a:extLst>
          </p:cNvPr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13</a:t>
            </a:fld>
            <a:endParaRPr/>
          </a:p>
        </p:txBody>
      </p:sp>
      <p:sp>
        <p:nvSpPr>
          <p:cNvPr id="272" name="Google Shape;272;p10:notes">
            <a:extLst>
              <a:ext uri="{FF2B5EF4-FFF2-40B4-BE49-F238E27FC236}">
                <a16:creationId xmlns:a16="http://schemas.microsoft.com/office/drawing/2014/main" id="{F6A7021A-1E03-1A63-CD79-3A2ED611FF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6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273" name="Google Shape;273;p10:notes">
            <a:extLst>
              <a:ext uri="{FF2B5EF4-FFF2-40B4-BE49-F238E27FC236}">
                <a16:creationId xmlns:a16="http://schemas.microsoft.com/office/drawing/2014/main" id="{5E0E7542-F107-C90E-98B9-5BD83186F7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01771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>
          <a:extLst>
            <a:ext uri="{FF2B5EF4-FFF2-40B4-BE49-F238E27FC236}">
              <a16:creationId xmlns:a16="http://schemas.microsoft.com/office/drawing/2014/main" id="{5204F8C7-4DE0-43E9-8EC6-258F2D527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0:notes">
            <a:extLst>
              <a:ext uri="{FF2B5EF4-FFF2-40B4-BE49-F238E27FC236}">
                <a16:creationId xmlns:a16="http://schemas.microsoft.com/office/drawing/2014/main" id="{8DEC53BC-7C7B-2B47-7216-26FC3335B1FF}"/>
              </a:ext>
            </a:extLst>
          </p:cNvPr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14</a:t>
            </a:fld>
            <a:endParaRPr/>
          </a:p>
        </p:txBody>
      </p:sp>
      <p:sp>
        <p:nvSpPr>
          <p:cNvPr id="272" name="Google Shape;272;p10:notes">
            <a:extLst>
              <a:ext uri="{FF2B5EF4-FFF2-40B4-BE49-F238E27FC236}">
                <a16:creationId xmlns:a16="http://schemas.microsoft.com/office/drawing/2014/main" id="{28B74CBB-4ACC-A448-67E5-8D3F27D275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6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273" name="Google Shape;273;p10:notes">
            <a:extLst>
              <a:ext uri="{FF2B5EF4-FFF2-40B4-BE49-F238E27FC236}">
                <a16:creationId xmlns:a16="http://schemas.microsoft.com/office/drawing/2014/main" id="{AA8D0CE1-B087-14FD-E9BC-55A1C6291B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13793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3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15</a:t>
            </a:fld>
            <a:endParaRPr/>
          </a:p>
        </p:txBody>
      </p:sp>
      <p:sp>
        <p:nvSpPr>
          <p:cNvPr id="292" name="Google Shape;29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6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293" name="Google Shape;293;p13:notes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4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rebuchet MS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16</a:t>
            </a:fld>
            <a:endParaRPr/>
          </a:p>
        </p:txBody>
      </p:sp>
      <p:sp>
        <p:nvSpPr>
          <p:cNvPr id="299" name="Google Shape;29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6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300" name="Google Shape;300;p14:notes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5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17</a:t>
            </a:fld>
            <a:endParaRPr/>
          </a:p>
        </p:txBody>
      </p:sp>
      <p:sp>
        <p:nvSpPr>
          <p:cNvPr id="307" name="Google Shape;30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7" y="812800"/>
            <a:ext cx="5346700" cy="40084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308" name="Google Shape;308;p15:notes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9"/>
          <p:cNvSpPr txBox="1">
            <a:spLocks noGrp="1"/>
          </p:cNvSpPr>
          <p:nvPr>
            <p:ph type="title"/>
          </p:nvPr>
        </p:nvSpPr>
        <p:spPr>
          <a:xfrm>
            <a:off x="671512" y="671512"/>
            <a:ext cx="6997700" cy="145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968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9"/>
          <p:cNvSpPr txBox="1">
            <a:spLocks noGrp="1"/>
          </p:cNvSpPr>
          <p:nvPr>
            <p:ph type="body" idx="1"/>
          </p:nvPr>
        </p:nvSpPr>
        <p:spPr>
          <a:xfrm>
            <a:off x="671512" y="2381250"/>
            <a:ext cx="6997700" cy="4278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29" name="Google Shape;29;p19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0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4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150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>
            <a:spLocks noGrp="1"/>
          </p:cNvSpPr>
          <p:nvPr>
            <p:ph type="title"/>
          </p:nvPr>
        </p:nvSpPr>
        <p:spPr>
          <a:xfrm>
            <a:off x="671512" y="671512"/>
            <a:ext cx="6997700" cy="145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968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body" idx="1"/>
          </p:nvPr>
        </p:nvSpPr>
        <p:spPr>
          <a:xfrm>
            <a:off x="671512" y="2381250"/>
            <a:ext cx="6997700" cy="4278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0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4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8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150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0"/>
          <p:cNvSpPr txBox="1">
            <a:spLocks noGrp="1"/>
          </p:cNvSpPr>
          <p:nvPr>
            <p:ph type="title"/>
          </p:nvPr>
        </p:nvSpPr>
        <p:spPr>
          <a:xfrm rot="5400000">
            <a:off x="4234732" y="3026812"/>
            <a:ext cx="5788752" cy="107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0"/>
          <p:cNvSpPr txBox="1">
            <a:spLocks noGrp="1"/>
          </p:cNvSpPr>
          <p:nvPr>
            <p:ph type="body" idx="1"/>
          </p:nvPr>
        </p:nvSpPr>
        <p:spPr>
          <a:xfrm rot="5400000">
            <a:off x="641243" y="702770"/>
            <a:ext cx="5788752" cy="5727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58" name="Google Shape;58;p20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0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0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4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150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>
            <a:spLocks noGrp="1"/>
          </p:cNvSpPr>
          <p:nvPr>
            <p:ph type="title"/>
          </p:nvPr>
        </p:nvSpPr>
        <p:spPr>
          <a:xfrm>
            <a:off x="671512" y="671512"/>
            <a:ext cx="6997700" cy="145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1"/>
          <p:cNvSpPr txBox="1">
            <a:spLocks noGrp="1"/>
          </p:cNvSpPr>
          <p:nvPr>
            <p:ph type="body" idx="1"/>
          </p:nvPr>
        </p:nvSpPr>
        <p:spPr>
          <a:xfrm rot="5400000">
            <a:off x="2031206" y="1021556"/>
            <a:ext cx="4278312" cy="69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64" name="Google Shape;64;p21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0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1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4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1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150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ue or False">
  <p:cSld name="True or False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2"/>
          <p:cNvSpPr txBox="1">
            <a:spLocks noGrp="1"/>
          </p:cNvSpPr>
          <p:nvPr>
            <p:ph type="title"/>
          </p:nvPr>
        </p:nvSpPr>
        <p:spPr>
          <a:xfrm>
            <a:off x="678930" y="671971"/>
            <a:ext cx="6991025" cy="3331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5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2"/>
          <p:cNvSpPr txBox="1">
            <a:spLocks noGrp="1"/>
          </p:cNvSpPr>
          <p:nvPr>
            <p:ph type="body" idx="1"/>
          </p:nvPr>
        </p:nvSpPr>
        <p:spPr>
          <a:xfrm>
            <a:off x="672038" y="4423810"/>
            <a:ext cx="6997916" cy="566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100"/>
              </a:spcBef>
              <a:spcAft>
                <a:spcPts val="0"/>
              </a:spcAft>
              <a:buSzPts val="2117"/>
              <a:buFont typeface="Trebuchet MS"/>
              <a:buNone/>
              <a:defRPr sz="2646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1100"/>
              </a:spcBef>
              <a:spcAft>
                <a:spcPts val="0"/>
              </a:spcAft>
              <a:buSzPts val="1360"/>
              <a:buFont typeface="Trebuchet MS"/>
              <a:buNone/>
              <a:defRPr/>
            </a:lvl2pPr>
            <a:lvl3pPr marL="1371600" lvl="2" indent="-228600" algn="l">
              <a:spcBef>
                <a:spcPts val="1100"/>
              </a:spcBef>
              <a:spcAft>
                <a:spcPts val="0"/>
              </a:spcAft>
              <a:buSzPts val="1200"/>
              <a:buFont typeface="Trebuchet MS"/>
              <a:buNone/>
              <a:defRPr/>
            </a:lvl3pPr>
            <a:lvl4pPr marL="1828800" lvl="3" indent="-228600" algn="l">
              <a:spcBef>
                <a:spcPts val="1100"/>
              </a:spcBef>
              <a:spcAft>
                <a:spcPts val="0"/>
              </a:spcAft>
              <a:buSzPts val="1040"/>
              <a:buFont typeface="Trebuchet MS"/>
              <a:buNone/>
              <a:defRPr/>
            </a:lvl4pPr>
            <a:lvl5pPr marL="2286000" lvl="4" indent="-228600" algn="l">
              <a:spcBef>
                <a:spcPts val="1100"/>
              </a:spcBef>
              <a:spcAft>
                <a:spcPts val="0"/>
              </a:spcAft>
              <a:buSzPts val="1040"/>
              <a:buFont typeface="Trebuchet MS"/>
              <a:buNone/>
              <a:defRPr/>
            </a:lvl5pPr>
            <a:lvl6pPr marL="2743200" lvl="5" indent="-320039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70" name="Google Shape;70;p22"/>
          <p:cNvSpPr txBox="1">
            <a:spLocks noGrp="1"/>
          </p:cNvSpPr>
          <p:nvPr>
            <p:ph type="body" idx="2"/>
          </p:nvPr>
        </p:nvSpPr>
        <p:spPr>
          <a:xfrm>
            <a:off x="672040" y="4990673"/>
            <a:ext cx="6997915" cy="1668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1100"/>
              </a:spcBef>
              <a:spcAft>
                <a:spcPts val="0"/>
              </a:spcAft>
              <a:buSzPts val="1587"/>
              <a:buNone/>
              <a:defRPr sz="1984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1100"/>
              </a:spcBef>
              <a:spcAft>
                <a:spcPts val="0"/>
              </a:spcAft>
              <a:buSzPts val="1587"/>
              <a:buNone/>
              <a:defRPr sz="1984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100"/>
              </a:spcBef>
              <a:spcAft>
                <a:spcPts val="0"/>
              </a:spcAft>
              <a:buSzPts val="1411"/>
              <a:buNone/>
              <a:defRPr sz="1764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100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100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22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0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2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4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2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150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>
            <a:spLocks noGrp="1"/>
          </p:cNvSpPr>
          <p:nvPr>
            <p:ph type="title"/>
          </p:nvPr>
        </p:nvSpPr>
        <p:spPr>
          <a:xfrm>
            <a:off x="672040" y="2129659"/>
            <a:ext cx="6997915" cy="2861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5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3"/>
          <p:cNvSpPr txBox="1">
            <a:spLocks noGrp="1"/>
          </p:cNvSpPr>
          <p:nvPr>
            <p:ph type="body" idx="1"/>
          </p:nvPr>
        </p:nvSpPr>
        <p:spPr>
          <a:xfrm>
            <a:off x="672040" y="4990673"/>
            <a:ext cx="6997915" cy="1668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1100"/>
              </a:spcBef>
              <a:spcAft>
                <a:spcPts val="0"/>
              </a:spcAft>
              <a:buSzPts val="1587"/>
              <a:buNone/>
              <a:defRPr sz="1984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1100"/>
              </a:spcBef>
              <a:spcAft>
                <a:spcPts val="0"/>
              </a:spcAft>
              <a:buSzPts val="1587"/>
              <a:buNone/>
              <a:defRPr sz="1984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100"/>
              </a:spcBef>
              <a:spcAft>
                <a:spcPts val="0"/>
              </a:spcAft>
              <a:buSzPts val="1411"/>
              <a:buNone/>
              <a:defRPr sz="1764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100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100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23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0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3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4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3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150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4"/>
          <p:cNvSpPr txBox="1">
            <a:spLocks noGrp="1"/>
          </p:cNvSpPr>
          <p:nvPr>
            <p:ph type="title"/>
          </p:nvPr>
        </p:nvSpPr>
        <p:spPr>
          <a:xfrm>
            <a:off x="672042" y="671971"/>
            <a:ext cx="6997914" cy="3751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5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4"/>
          <p:cNvSpPr txBox="1">
            <a:spLocks noGrp="1"/>
          </p:cNvSpPr>
          <p:nvPr>
            <p:ph type="body" idx="1"/>
          </p:nvPr>
        </p:nvSpPr>
        <p:spPr>
          <a:xfrm>
            <a:off x="672042" y="4927788"/>
            <a:ext cx="6997914" cy="1731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1100"/>
              </a:spcBef>
              <a:spcAft>
                <a:spcPts val="0"/>
              </a:spcAft>
              <a:buSzPts val="1587"/>
              <a:buNone/>
              <a:defRPr sz="1984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1100"/>
              </a:spcBef>
              <a:spcAft>
                <a:spcPts val="0"/>
              </a:spcAft>
              <a:buSzPts val="1587"/>
              <a:buNone/>
              <a:defRPr sz="1984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100"/>
              </a:spcBef>
              <a:spcAft>
                <a:spcPts val="0"/>
              </a:spcAft>
              <a:buSzPts val="1411"/>
              <a:buNone/>
              <a:defRPr sz="1764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100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100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24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0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4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4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4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150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5"/>
          <p:cNvSpPr txBox="1">
            <a:spLocks noGrp="1"/>
          </p:cNvSpPr>
          <p:nvPr>
            <p:ph type="title"/>
          </p:nvPr>
        </p:nvSpPr>
        <p:spPr>
          <a:xfrm>
            <a:off x="672041" y="5291772"/>
            <a:ext cx="6997914" cy="624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646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5"/>
          <p:cNvSpPr>
            <a:spLocks noGrp="1"/>
          </p:cNvSpPr>
          <p:nvPr>
            <p:ph type="pic" idx="2"/>
          </p:nvPr>
        </p:nvSpPr>
        <p:spPr>
          <a:xfrm>
            <a:off x="672041" y="671971"/>
            <a:ext cx="6997914" cy="4239192"/>
          </a:xfrm>
          <a:prstGeom prst="rect">
            <a:avLst/>
          </a:prstGeom>
          <a:noFill/>
          <a:ln>
            <a:noFill/>
          </a:ln>
        </p:spPr>
      </p:sp>
      <p:sp>
        <p:nvSpPr>
          <p:cNvPr id="89" name="Google Shape;89;p25"/>
          <p:cNvSpPr txBox="1">
            <a:spLocks noGrp="1"/>
          </p:cNvSpPr>
          <p:nvPr>
            <p:ph type="body" idx="1"/>
          </p:nvPr>
        </p:nvSpPr>
        <p:spPr>
          <a:xfrm>
            <a:off x="672041" y="5916496"/>
            <a:ext cx="6997914" cy="742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1100"/>
              </a:spcBef>
              <a:spcAft>
                <a:spcPts val="0"/>
              </a:spcAft>
              <a:buSzPts val="1058"/>
              <a:buNone/>
              <a:defRPr sz="1323"/>
            </a:lvl1pPr>
            <a:lvl2pPr marL="914400" lvl="1" indent="-228600" algn="l">
              <a:spcBef>
                <a:spcPts val="1100"/>
              </a:spcBef>
              <a:spcAft>
                <a:spcPts val="0"/>
              </a:spcAft>
              <a:buSzPts val="1058"/>
              <a:buNone/>
              <a:defRPr sz="1323"/>
            </a:lvl2pPr>
            <a:lvl3pPr marL="1371600" lvl="2" indent="-228600" algn="l">
              <a:spcBef>
                <a:spcPts val="1100"/>
              </a:spcBef>
              <a:spcAft>
                <a:spcPts val="0"/>
              </a:spcAft>
              <a:buSzPts val="882"/>
              <a:buNone/>
              <a:defRPr sz="1102"/>
            </a:lvl3pPr>
            <a:lvl4pPr marL="1828800" lvl="3" indent="-228600" algn="l">
              <a:spcBef>
                <a:spcPts val="1100"/>
              </a:spcBef>
              <a:spcAft>
                <a:spcPts val="0"/>
              </a:spcAft>
              <a:buSzPts val="794"/>
              <a:buNone/>
              <a:defRPr sz="992"/>
            </a:lvl4pPr>
            <a:lvl5pPr marL="2286000" lvl="4" indent="-228600" algn="l">
              <a:spcBef>
                <a:spcPts val="1100"/>
              </a:spcBef>
              <a:spcAft>
                <a:spcPts val="0"/>
              </a:spcAft>
              <a:buSzPts val="794"/>
              <a:buNone/>
              <a:defRPr sz="992"/>
            </a:lvl5pPr>
            <a:lvl6pPr marL="2743200" lvl="5" indent="-228600" algn="l">
              <a:spcBef>
                <a:spcPts val="1102"/>
              </a:spcBef>
              <a:spcAft>
                <a:spcPts val="0"/>
              </a:spcAft>
              <a:buSzPts val="794"/>
              <a:buNone/>
              <a:defRPr sz="992"/>
            </a:lvl6pPr>
            <a:lvl7pPr marL="3200400" lvl="6" indent="-228600" algn="l">
              <a:spcBef>
                <a:spcPts val="1102"/>
              </a:spcBef>
              <a:spcAft>
                <a:spcPts val="0"/>
              </a:spcAft>
              <a:buSzPts val="794"/>
              <a:buNone/>
              <a:defRPr sz="992"/>
            </a:lvl7pPr>
            <a:lvl8pPr marL="3657600" lvl="7" indent="-228600" algn="l">
              <a:spcBef>
                <a:spcPts val="1102"/>
              </a:spcBef>
              <a:spcAft>
                <a:spcPts val="0"/>
              </a:spcAft>
              <a:buSzPts val="794"/>
              <a:buNone/>
              <a:defRPr sz="992"/>
            </a:lvl8pPr>
            <a:lvl9pPr marL="4114800" lvl="8" indent="-228600" algn="l">
              <a:spcBef>
                <a:spcPts val="1102"/>
              </a:spcBef>
              <a:spcAft>
                <a:spcPts val="0"/>
              </a:spcAft>
              <a:buSzPts val="794"/>
              <a:buNone/>
              <a:defRPr sz="992"/>
            </a:lvl9pPr>
          </a:lstStyle>
          <a:p>
            <a:endParaRPr/>
          </a:p>
        </p:txBody>
      </p:sp>
      <p:sp>
        <p:nvSpPr>
          <p:cNvPr id="90" name="Google Shape;90;p25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0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5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4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5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150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6"/>
          <p:cNvSpPr txBox="1">
            <a:spLocks noGrp="1"/>
          </p:cNvSpPr>
          <p:nvPr>
            <p:ph type="title"/>
          </p:nvPr>
        </p:nvSpPr>
        <p:spPr>
          <a:xfrm>
            <a:off x="672041" y="1651933"/>
            <a:ext cx="3075982" cy="1409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205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6"/>
          <p:cNvSpPr txBox="1">
            <a:spLocks noGrp="1"/>
          </p:cNvSpPr>
          <p:nvPr>
            <p:ph type="body" idx="1"/>
          </p:nvPr>
        </p:nvSpPr>
        <p:spPr>
          <a:xfrm>
            <a:off x="3937083" y="567610"/>
            <a:ext cx="3732871" cy="6091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96" name="Google Shape;96;p26"/>
          <p:cNvSpPr txBox="1">
            <a:spLocks noGrp="1"/>
          </p:cNvSpPr>
          <p:nvPr>
            <p:ph type="body" idx="2"/>
          </p:nvPr>
        </p:nvSpPr>
        <p:spPr>
          <a:xfrm>
            <a:off x="672041" y="3061205"/>
            <a:ext cx="3075982" cy="2848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1100"/>
              </a:spcBef>
              <a:spcAft>
                <a:spcPts val="0"/>
              </a:spcAft>
              <a:buSzPts val="1234"/>
              <a:buNone/>
              <a:defRPr sz="1543"/>
            </a:lvl1pPr>
            <a:lvl2pPr marL="914400" lvl="1" indent="-228600" algn="l">
              <a:spcBef>
                <a:spcPts val="1100"/>
              </a:spcBef>
              <a:spcAft>
                <a:spcPts val="0"/>
              </a:spcAft>
              <a:buSzPts val="926"/>
              <a:buNone/>
              <a:defRPr sz="1157"/>
            </a:lvl2pPr>
            <a:lvl3pPr marL="1371600" lvl="2" indent="-228600" algn="l">
              <a:spcBef>
                <a:spcPts val="1100"/>
              </a:spcBef>
              <a:spcAft>
                <a:spcPts val="0"/>
              </a:spcAft>
              <a:buSzPts val="794"/>
              <a:buNone/>
              <a:defRPr sz="992"/>
            </a:lvl3pPr>
            <a:lvl4pPr marL="1828800" lvl="3" indent="-228600" algn="l">
              <a:spcBef>
                <a:spcPts val="1100"/>
              </a:spcBef>
              <a:spcAft>
                <a:spcPts val="0"/>
              </a:spcAft>
              <a:buSzPts val="662"/>
              <a:buNone/>
              <a:defRPr sz="827"/>
            </a:lvl4pPr>
            <a:lvl5pPr marL="2286000" lvl="4" indent="-228600" algn="l">
              <a:spcBef>
                <a:spcPts val="1100"/>
              </a:spcBef>
              <a:spcAft>
                <a:spcPts val="0"/>
              </a:spcAft>
              <a:buSzPts val="662"/>
              <a:buNone/>
              <a:defRPr sz="827"/>
            </a:lvl5pPr>
            <a:lvl6pPr marL="2743200" lvl="5" indent="-228600" algn="l">
              <a:spcBef>
                <a:spcPts val="1102"/>
              </a:spcBef>
              <a:spcAft>
                <a:spcPts val="0"/>
              </a:spcAft>
              <a:buSzPts val="662"/>
              <a:buNone/>
              <a:defRPr sz="827"/>
            </a:lvl6pPr>
            <a:lvl7pPr marL="3200400" lvl="6" indent="-228600" algn="l">
              <a:spcBef>
                <a:spcPts val="1102"/>
              </a:spcBef>
              <a:spcAft>
                <a:spcPts val="0"/>
              </a:spcAft>
              <a:buSzPts val="662"/>
              <a:buNone/>
              <a:defRPr sz="827"/>
            </a:lvl7pPr>
            <a:lvl8pPr marL="3657600" lvl="7" indent="-228600" algn="l">
              <a:spcBef>
                <a:spcPts val="1102"/>
              </a:spcBef>
              <a:spcAft>
                <a:spcPts val="0"/>
              </a:spcAft>
              <a:buSzPts val="662"/>
              <a:buNone/>
              <a:defRPr sz="827"/>
            </a:lvl8pPr>
            <a:lvl9pPr marL="4114800" lvl="8" indent="-228600" algn="l">
              <a:spcBef>
                <a:spcPts val="1102"/>
              </a:spcBef>
              <a:spcAft>
                <a:spcPts val="0"/>
              </a:spcAft>
              <a:buSzPts val="662"/>
              <a:buNone/>
              <a:defRPr sz="827"/>
            </a:lvl9pPr>
          </a:lstStyle>
          <a:p>
            <a:endParaRPr/>
          </a:p>
        </p:txBody>
      </p:sp>
      <p:sp>
        <p:nvSpPr>
          <p:cNvPr id="97" name="Google Shape;97;p26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0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6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4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6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150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7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0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7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4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7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150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8"/>
          <p:cNvSpPr txBox="1">
            <a:spLocks noGrp="1"/>
          </p:cNvSpPr>
          <p:nvPr>
            <p:ph type="title"/>
          </p:nvPr>
        </p:nvSpPr>
        <p:spPr>
          <a:xfrm>
            <a:off x="672041" y="671971"/>
            <a:ext cx="6997914" cy="1455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8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0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8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4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8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150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9"/>
          <p:cNvSpPr txBox="1">
            <a:spLocks noGrp="1"/>
          </p:cNvSpPr>
          <p:nvPr>
            <p:ph type="title"/>
          </p:nvPr>
        </p:nvSpPr>
        <p:spPr>
          <a:xfrm>
            <a:off x="672041" y="671971"/>
            <a:ext cx="6997913" cy="1455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9"/>
          <p:cNvSpPr txBox="1">
            <a:spLocks noGrp="1"/>
          </p:cNvSpPr>
          <p:nvPr>
            <p:ph type="body" idx="1"/>
          </p:nvPr>
        </p:nvSpPr>
        <p:spPr>
          <a:xfrm>
            <a:off x="672041" y="2382084"/>
            <a:ext cx="3407251" cy="635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100"/>
              </a:spcBef>
              <a:spcAft>
                <a:spcPts val="0"/>
              </a:spcAft>
              <a:buSzPts val="2117"/>
              <a:buNone/>
              <a:defRPr sz="2646" b="0"/>
            </a:lvl1pPr>
            <a:lvl2pPr marL="914400" lvl="1" indent="-228600" algn="l">
              <a:spcBef>
                <a:spcPts val="1100"/>
              </a:spcBef>
              <a:spcAft>
                <a:spcPts val="0"/>
              </a:spcAft>
              <a:buSzPts val="1764"/>
              <a:buNone/>
              <a:defRPr sz="2205" b="1"/>
            </a:lvl2pPr>
            <a:lvl3pPr marL="1371600" lvl="2" indent="-228600" algn="l">
              <a:spcBef>
                <a:spcPts val="1100"/>
              </a:spcBef>
              <a:spcAft>
                <a:spcPts val="0"/>
              </a:spcAft>
              <a:buSzPts val="1587"/>
              <a:buNone/>
              <a:defRPr sz="1984" b="1"/>
            </a:lvl3pPr>
            <a:lvl4pPr marL="1828800" lvl="3" indent="-228600" algn="l">
              <a:spcBef>
                <a:spcPts val="1100"/>
              </a:spcBef>
              <a:spcAft>
                <a:spcPts val="0"/>
              </a:spcAft>
              <a:buSzPts val="1411"/>
              <a:buNone/>
              <a:defRPr sz="1764" b="1"/>
            </a:lvl4pPr>
            <a:lvl5pPr marL="2286000" lvl="4" indent="-228600" algn="l">
              <a:spcBef>
                <a:spcPts val="1100"/>
              </a:spcBef>
              <a:spcAft>
                <a:spcPts val="0"/>
              </a:spcAft>
              <a:buSzPts val="1411"/>
              <a:buNone/>
              <a:defRPr sz="1764" b="1"/>
            </a:lvl5pPr>
            <a:lvl6pPr marL="2743200" lvl="5" indent="-228600" algn="l">
              <a:spcBef>
                <a:spcPts val="1102"/>
              </a:spcBef>
              <a:spcAft>
                <a:spcPts val="0"/>
              </a:spcAft>
              <a:buSzPts val="1411"/>
              <a:buNone/>
              <a:defRPr sz="1764" b="1"/>
            </a:lvl6pPr>
            <a:lvl7pPr marL="3200400" lvl="6" indent="-228600" algn="l">
              <a:spcBef>
                <a:spcPts val="1102"/>
              </a:spcBef>
              <a:spcAft>
                <a:spcPts val="0"/>
              </a:spcAft>
              <a:buSzPts val="1411"/>
              <a:buNone/>
              <a:defRPr sz="1764" b="1"/>
            </a:lvl7pPr>
            <a:lvl8pPr marL="3657600" lvl="7" indent="-228600" algn="l">
              <a:spcBef>
                <a:spcPts val="1102"/>
              </a:spcBef>
              <a:spcAft>
                <a:spcPts val="0"/>
              </a:spcAft>
              <a:buSzPts val="1411"/>
              <a:buNone/>
              <a:defRPr sz="1764" b="1"/>
            </a:lvl8pPr>
            <a:lvl9pPr marL="4114800" lvl="8" indent="-228600" algn="l">
              <a:spcBef>
                <a:spcPts val="1102"/>
              </a:spcBef>
              <a:spcAft>
                <a:spcPts val="0"/>
              </a:spcAft>
              <a:buSzPts val="1411"/>
              <a:buNone/>
              <a:defRPr sz="1764" b="1"/>
            </a:lvl9pPr>
          </a:lstStyle>
          <a:p>
            <a:endParaRPr/>
          </a:p>
        </p:txBody>
      </p:sp>
      <p:sp>
        <p:nvSpPr>
          <p:cNvPr id="112" name="Google Shape;112;p29"/>
          <p:cNvSpPr txBox="1">
            <a:spLocks noGrp="1"/>
          </p:cNvSpPr>
          <p:nvPr>
            <p:ph type="body" idx="2"/>
          </p:nvPr>
        </p:nvSpPr>
        <p:spPr>
          <a:xfrm>
            <a:off x="672041" y="3017307"/>
            <a:ext cx="3407251" cy="3642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13" name="Google Shape;113;p29"/>
          <p:cNvSpPr txBox="1">
            <a:spLocks noGrp="1"/>
          </p:cNvSpPr>
          <p:nvPr>
            <p:ph type="body" idx="3"/>
          </p:nvPr>
        </p:nvSpPr>
        <p:spPr>
          <a:xfrm>
            <a:off x="4262702" y="2382084"/>
            <a:ext cx="3407251" cy="635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100"/>
              </a:spcBef>
              <a:spcAft>
                <a:spcPts val="0"/>
              </a:spcAft>
              <a:buSzPts val="2117"/>
              <a:buNone/>
              <a:defRPr sz="2646" b="0"/>
            </a:lvl1pPr>
            <a:lvl2pPr marL="914400" lvl="1" indent="-228600" algn="l">
              <a:spcBef>
                <a:spcPts val="1100"/>
              </a:spcBef>
              <a:spcAft>
                <a:spcPts val="0"/>
              </a:spcAft>
              <a:buSzPts val="1764"/>
              <a:buNone/>
              <a:defRPr sz="2205" b="1"/>
            </a:lvl2pPr>
            <a:lvl3pPr marL="1371600" lvl="2" indent="-228600" algn="l">
              <a:spcBef>
                <a:spcPts val="1100"/>
              </a:spcBef>
              <a:spcAft>
                <a:spcPts val="0"/>
              </a:spcAft>
              <a:buSzPts val="1587"/>
              <a:buNone/>
              <a:defRPr sz="1984" b="1"/>
            </a:lvl3pPr>
            <a:lvl4pPr marL="1828800" lvl="3" indent="-228600" algn="l">
              <a:spcBef>
                <a:spcPts val="1100"/>
              </a:spcBef>
              <a:spcAft>
                <a:spcPts val="0"/>
              </a:spcAft>
              <a:buSzPts val="1411"/>
              <a:buNone/>
              <a:defRPr sz="1764" b="1"/>
            </a:lvl4pPr>
            <a:lvl5pPr marL="2286000" lvl="4" indent="-228600" algn="l">
              <a:spcBef>
                <a:spcPts val="1100"/>
              </a:spcBef>
              <a:spcAft>
                <a:spcPts val="0"/>
              </a:spcAft>
              <a:buSzPts val="1411"/>
              <a:buNone/>
              <a:defRPr sz="1764" b="1"/>
            </a:lvl5pPr>
            <a:lvl6pPr marL="2743200" lvl="5" indent="-228600" algn="l">
              <a:spcBef>
                <a:spcPts val="1102"/>
              </a:spcBef>
              <a:spcAft>
                <a:spcPts val="0"/>
              </a:spcAft>
              <a:buSzPts val="1411"/>
              <a:buNone/>
              <a:defRPr sz="1764" b="1"/>
            </a:lvl6pPr>
            <a:lvl7pPr marL="3200400" lvl="6" indent="-228600" algn="l">
              <a:spcBef>
                <a:spcPts val="1102"/>
              </a:spcBef>
              <a:spcAft>
                <a:spcPts val="0"/>
              </a:spcAft>
              <a:buSzPts val="1411"/>
              <a:buNone/>
              <a:defRPr sz="1764" b="1"/>
            </a:lvl7pPr>
            <a:lvl8pPr marL="3657600" lvl="7" indent="-228600" algn="l">
              <a:spcBef>
                <a:spcPts val="1102"/>
              </a:spcBef>
              <a:spcAft>
                <a:spcPts val="0"/>
              </a:spcAft>
              <a:buSzPts val="1411"/>
              <a:buNone/>
              <a:defRPr sz="1764" b="1"/>
            </a:lvl8pPr>
            <a:lvl9pPr marL="4114800" lvl="8" indent="-228600" algn="l">
              <a:spcBef>
                <a:spcPts val="1102"/>
              </a:spcBef>
              <a:spcAft>
                <a:spcPts val="0"/>
              </a:spcAft>
              <a:buSzPts val="1411"/>
              <a:buNone/>
              <a:defRPr sz="1764" b="1"/>
            </a:lvl9pPr>
          </a:lstStyle>
          <a:p>
            <a:endParaRPr/>
          </a:p>
        </p:txBody>
      </p:sp>
      <p:sp>
        <p:nvSpPr>
          <p:cNvPr id="114" name="Google Shape;114;p29"/>
          <p:cNvSpPr txBox="1">
            <a:spLocks noGrp="1"/>
          </p:cNvSpPr>
          <p:nvPr>
            <p:ph type="body" idx="4"/>
          </p:nvPr>
        </p:nvSpPr>
        <p:spPr>
          <a:xfrm>
            <a:off x="4262702" y="3017307"/>
            <a:ext cx="3407251" cy="3642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15" name="Google Shape;115;p29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0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9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4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9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150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0"/>
          <p:cNvSpPr txBox="1">
            <a:spLocks noGrp="1"/>
          </p:cNvSpPr>
          <p:nvPr>
            <p:ph type="title"/>
          </p:nvPr>
        </p:nvSpPr>
        <p:spPr>
          <a:xfrm>
            <a:off x="672042" y="671971"/>
            <a:ext cx="6997914" cy="1455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30"/>
          <p:cNvSpPr txBox="1">
            <a:spLocks noGrp="1"/>
          </p:cNvSpPr>
          <p:nvPr>
            <p:ph type="body" idx="1"/>
          </p:nvPr>
        </p:nvSpPr>
        <p:spPr>
          <a:xfrm>
            <a:off x="672042" y="2381649"/>
            <a:ext cx="3404426" cy="4277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9387" algn="l">
              <a:spcBef>
                <a:spcPts val="1100"/>
              </a:spcBef>
              <a:spcAft>
                <a:spcPts val="0"/>
              </a:spcAft>
              <a:buSzPts val="1587"/>
              <a:buChar char="►"/>
              <a:defRPr sz="1984"/>
            </a:lvl1pPr>
            <a:lvl2pPr marL="914400" lvl="1" indent="-318211" algn="l">
              <a:spcBef>
                <a:spcPts val="1100"/>
              </a:spcBef>
              <a:spcAft>
                <a:spcPts val="0"/>
              </a:spcAft>
              <a:buSzPts val="1411"/>
              <a:buChar char="►"/>
              <a:defRPr sz="1764"/>
            </a:lvl2pPr>
            <a:lvl3pPr marL="1371600" lvl="2" indent="-306984" algn="l">
              <a:spcBef>
                <a:spcPts val="1100"/>
              </a:spcBef>
              <a:spcAft>
                <a:spcPts val="0"/>
              </a:spcAft>
              <a:buSzPts val="1234"/>
              <a:buChar char="►"/>
              <a:defRPr sz="1543"/>
            </a:lvl3pPr>
            <a:lvl4pPr marL="1828800" lvl="3" indent="-295808" algn="l">
              <a:spcBef>
                <a:spcPts val="1100"/>
              </a:spcBef>
              <a:spcAft>
                <a:spcPts val="0"/>
              </a:spcAft>
              <a:buSzPts val="1058"/>
              <a:buChar char="►"/>
              <a:defRPr sz="1323"/>
            </a:lvl4pPr>
            <a:lvl5pPr marL="2286000" lvl="4" indent="-295808" algn="l">
              <a:spcBef>
                <a:spcPts val="1100"/>
              </a:spcBef>
              <a:spcAft>
                <a:spcPts val="0"/>
              </a:spcAft>
              <a:buSzPts val="1058"/>
              <a:buChar char="►"/>
              <a:defRPr sz="1323"/>
            </a:lvl5pPr>
            <a:lvl6pPr marL="2743200" lvl="5" indent="-295808" algn="l">
              <a:spcBef>
                <a:spcPts val="1102"/>
              </a:spcBef>
              <a:spcAft>
                <a:spcPts val="0"/>
              </a:spcAft>
              <a:buSzPts val="1058"/>
              <a:buChar char="►"/>
              <a:defRPr sz="1323"/>
            </a:lvl6pPr>
            <a:lvl7pPr marL="3200400" lvl="6" indent="-295808" algn="l">
              <a:spcBef>
                <a:spcPts val="1102"/>
              </a:spcBef>
              <a:spcAft>
                <a:spcPts val="0"/>
              </a:spcAft>
              <a:buSzPts val="1058"/>
              <a:buChar char="►"/>
              <a:defRPr sz="1323"/>
            </a:lvl7pPr>
            <a:lvl8pPr marL="3657600" lvl="7" indent="-295808" algn="l">
              <a:spcBef>
                <a:spcPts val="1102"/>
              </a:spcBef>
              <a:spcAft>
                <a:spcPts val="0"/>
              </a:spcAft>
              <a:buSzPts val="1058"/>
              <a:buChar char="►"/>
              <a:defRPr sz="1323"/>
            </a:lvl8pPr>
            <a:lvl9pPr marL="4114800" lvl="8" indent="-295808" algn="l">
              <a:spcBef>
                <a:spcPts val="1102"/>
              </a:spcBef>
              <a:spcAft>
                <a:spcPts val="0"/>
              </a:spcAft>
              <a:buSzPts val="1058"/>
              <a:buChar char="►"/>
              <a:defRPr sz="1323"/>
            </a:lvl9pPr>
          </a:lstStyle>
          <a:p>
            <a:endParaRPr/>
          </a:p>
        </p:txBody>
      </p:sp>
      <p:sp>
        <p:nvSpPr>
          <p:cNvPr id="121" name="Google Shape;121;p30"/>
          <p:cNvSpPr txBox="1">
            <a:spLocks noGrp="1"/>
          </p:cNvSpPr>
          <p:nvPr>
            <p:ph type="body" idx="2"/>
          </p:nvPr>
        </p:nvSpPr>
        <p:spPr>
          <a:xfrm>
            <a:off x="4265529" y="2381651"/>
            <a:ext cx="3404427" cy="4277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9387" algn="l">
              <a:spcBef>
                <a:spcPts val="1100"/>
              </a:spcBef>
              <a:spcAft>
                <a:spcPts val="0"/>
              </a:spcAft>
              <a:buSzPts val="1587"/>
              <a:buChar char="►"/>
              <a:defRPr sz="1984"/>
            </a:lvl1pPr>
            <a:lvl2pPr marL="914400" lvl="1" indent="-318211" algn="l">
              <a:spcBef>
                <a:spcPts val="1100"/>
              </a:spcBef>
              <a:spcAft>
                <a:spcPts val="0"/>
              </a:spcAft>
              <a:buSzPts val="1411"/>
              <a:buChar char="►"/>
              <a:defRPr sz="1764"/>
            </a:lvl2pPr>
            <a:lvl3pPr marL="1371600" lvl="2" indent="-306984" algn="l">
              <a:spcBef>
                <a:spcPts val="1100"/>
              </a:spcBef>
              <a:spcAft>
                <a:spcPts val="0"/>
              </a:spcAft>
              <a:buSzPts val="1234"/>
              <a:buChar char="►"/>
              <a:defRPr sz="1543"/>
            </a:lvl3pPr>
            <a:lvl4pPr marL="1828800" lvl="3" indent="-295808" algn="l">
              <a:spcBef>
                <a:spcPts val="1100"/>
              </a:spcBef>
              <a:spcAft>
                <a:spcPts val="0"/>
              </a:spcAft>
              <a:buSzPts val="1058"/>
              <a:buChar char="►"/>
              <a:defRPr sz="1323"/>
            </a:lvl4pPr>
            <a:lvl5pPr marL="2286000" lvl="4" indent="-295808" algn="l">
              <a:spcBef>
                <a:spcPts val="1100"/>
              </a:spcBef>
              <a:spcAft>
                <a:spcPts val="0"/>
              </a:spcAft>
              <a:buSzPts val="1058"/>
              <a:buChar char="►"/>
              <a:defRPr sz="1323"/>
            </a:lvl5pPr>
            <a:lvl6pPr marL="2743200" lvl="5" indent="-295808" algn="l">
              <a:spcBef>
                <a:spcPts val="1102"/>
              </a:spcBef>
              <a:spcAft>
                <a:spcPts val="0"/>
              </a:spcAft>
              <a:buSzPts val="1058"/>
              <a:buChar char="►"/>
              <a:defRPr sz="1323"/>
            </a:lvl6pPr>
            <a:lvl7pPr marL="3200400" lvl="6" indent="-295808" algn="l">
              <a:spcBef>
                <a:spcPts val="1102"/>
              </a:spcBef>
              <a:spcAft>
                <a:spcPts val="0"/>
              </a:spcAft>
              <a:buSzPts val="1058"/>
              <a:buChar char="►"/>
              <a:defRPr sz="1323"/>
            </a:lvl7pPr>
            <a:lvl8pPr marL="3657600" lvl="7" indent="-295808" algn="l">
              <a:spcBef>
                <a:spcPts val="1102"/>
              </a:spcBef>
              <a:spcAft>
                <a:spcPts val="0"/>
              </a:spcAft>
              <a:buSzPts val="1058"/>
              <a:buChar char="►"/>
              <a:defRPr sz="1323"/>
            </a:lvl8pPr>
            <a:lvl9pPr marL="4114800" lvl="8" indent="-295808" algn="l">
              <a:spcBef>
                <a:spcPts val="1102"/>
              </a:spcBef>
              <a:spcAft>
                <a:spcPts val="0"/>
              </a:spcAft>
              <a:buSzPts val="1058"/>
              <a:buChar char="►"/>
              <a:defRPr sz="1323"/>
            </a:lvl9pPr>
          </a:lstStyle>
          <a:p>
            <a:endParaRPr/>
          </a:p>
        </p:txBody>
      </p:sp>
      <p:sp>
        <p:nvSpPr>
          <p:cNvPr id="122" name="Google Shape;122;p30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0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30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4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30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150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1"/>
          <p:cNvSpPr txBox="1">
            <a:spLocks noGrp="1"/>
          </p:cNvSpPr>
          <p:nvPr>
            <p:ph type="title"/>
          </p:nvPr>
        </p:nvSpPr>
        <p:spPr>
          <a:xfrm>
            <a:off x="672040" y="2977208"/>
            <a:ext cx="6997915" cy="2013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409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31"/>
          <p:cNvSpPr txBox="1">
            <a:spLocks noGrp="1"/>
          </p:cNvSpPr>
          <p:nvPr>
            <p:ph type="body" idx="1"/>
          </p:nvPr>
        </p:nvSpPr>
        <p:spPr>
          <a:xfrm>
            <a:off x="672040" y="4990673"/>
            <a:ext cx="6997915" cy="948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1100"/>
              </a:spcBef>
              <a:spcAft>
                <a:spcPts val="0"/>
              </a:spcAft>
              <a:buSzPts val="1764"/>
              <a:buNone/>
              <a:defRPr sz="2205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1100"/>
              </a:spcBef>
              <a:spcAft>
                <a:spcPts val="0"/>
              </a:spcAft>
              <a:buSzPts val="1587"/>
              <a:buNone/>
              <a:defRPr sz="1984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100"/>
              </a:spcBef>
              <a:spcAft>
                <a:spcPts val="0"/>
              </a:spcAft>
              <a:buSzPts val="1411"/>
              <a:buNone/>
              <a:defRPr sz="1764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100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100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8" name="Google Shape;128;p31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0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31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4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31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150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3"/>
          <p:cNvSpPr txBox="1">
            <a:spLocks noGrp="1"/>
          </p:cNvSpPr>
          <p:nvPr>
            <p:ph type="ctrTitle"/>
          </p:nvPr>
        </p:nvSpPr>
        <p:spPr>
          <a:xfrm>
            <a:off x="1246403" y="2650553"/>
            <a:ext cx="6423553" cy="1814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5952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33"/>
          <p:cNvSpPr txBox="1">
            <a:spLocks noGrp="1"/>
          </p:cNvSpPr>
          <p:nvPr>
            <p:ph type="subTitle" idx="1"/>
          </p:nvPr>
        </p:nvSpPr>
        <p:spPr>
          <a:xfrm>
            <a:off x="1246403" y="4465295"/>
            <a:ext cx="6423553" cy="1209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1100"/>
              </a:spcBef>
              <a:spcAft>
                <a:spcPts val="0"/>
              </a:spcAft>
              <a:buSzPts val="1520"/>
              <a:buNone/>
              <a:defRPr>
                <a:solidFill>
                  <a:srgbClr val="7F7F7F"/>
                </a:solidFill>
              </a:defRPr>
            </a:lvl1pPr>
            <a:lvl2pPr lvl="1" algn="ctr">
              <a:spcBef>
                <a:spcPts val="1100"/>
              </a:spcBef>
              <a:spcAft>
                <a:spcPts val="0"/>
              </a:spcAft>
              <a:buSzPts val="136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1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100"/>
              </a:spcBef>
              <a:spcAft>
                <a:spcPts val="0"/>
              </a:spcAft>
              <a:buSzPts val="104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100"/>
              </a:spcBef>
              <a:spcAft>
                <a:spcPts val="0"/>
              </a:spcAft>
              <a:buSzPts val="104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102"/>
              </a:spcBef>
              <a:spcAft>
                <a:spcPts val="0"/>
              </a:spcAft>
              <a:buSzPts val="1058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102"/>
              </a:spcBef>
              <a:spcAft>
                <a:spcPts val="0"/>
              </a:spcAft>
              <a:buSzPts val="1058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102"/>
              </a:spcBef>
              <a:spcAft>
                <a:spcPts val="0"/>
              </a:spcAft>
              <a:buSzPts val="1058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102"/>
              </a:spcBef>
              <a:spcAft>
                <a:spcPts val="0"/>
              </a:spcAft>
              <a:buSzPts val="1058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51" name="Google Shape;151;p33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0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33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4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33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150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5"/>
          <p:cNvSpPr txBox="1">
            <a:spLocks noGrp="1"/>
          </p:cNvSpPr>
          <p:nvPr>
            <p:ph type="title"/>
          </p:nvPr>
        </p:nvSpPr>
        <p:spPr>
          <a:xfrm>
            <a:off x="854257" y="671971"/>
            <a:ext cx="6694159" cy="3331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5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35"/>
          <p:cNvSpPr txBox="1">
            <a:spLocks noGrp="1"/>
          </p:cNvSpPr>
          <p:nvPr>
            <p:ph type="body" idx="1"/>
          </p:nvPr>
        </p:nvSpPr>
        <p:spPr>
          <a:xfrm>
            <a:off x="1213857" y="4003828"/>
            <a:ext cx="5974958" cy="419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1100"/>
              </a:spcBef>
              <a:spcAft>
                <a:spcPts val="0"/>
              </a:spcAft>
              <a:buSzPts val="1411"/>
              <a:buFont typeface="Trebuchet MS"/>
              <a:buNone/>
              <a:defRPr sz="1764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1100"/>
              </a:spcBef>
              <a:spcAft>
                <a:spcPts val="0"/>
              </a:spcAft>
              <a:buSzPts val="1360"/>
              <a:buFont typeface="Trebuchet MS"/>
              <a:buNone/>
              <a:defRPr/>
            </a:lvl2pPr>
            <a:lvl3pPr marL="1371600" lvl="2" indent="-228600" algn="l">
              <a:spcBef>
                <a:spcPts val="1100"/>
              </a:spcBef>
              <a:spcAft>
                <a:spcPts val="0"/>
              </a:spcAft>
              <a:buSzPts val="1200"/>
              <a:buFont typeface="Trebuchet MS"/>
              <a:buNone/>
              <a:defRPr/>
            </a:lvl3pPr>
            <a:lvl4pPr marL="1828800" lvl="3" indent="-228600" algn="l">
              <a:spcBef>
                <a:spcPts val="1100"/>
              </a:spcBef>
              <a:spcAft>
                <a:spcPts val="0"/>
              </a:spcAft>
              <a:buSzPts val="1040"/>
              <a:buFont typeface="Trebuchet MS"/>
              <a:buNone/>
              <a:defRPr/>
            </a:lvl4pPr>
            <a:lvl5pPr marL="2286000" lvl="4" indent="-228600" algn="l">
              <a:spcBef>
                <a:spcPts val="1100"/>
              </a:spcBef>
              <a:spcAft>
                <a:spcPts val="0"/>
              </a:spcAft>
              <a:buSzPts val="1040"/>
              <a:buFont typeface="Trebuchet MS"/>
              <a:buNone/>
              <a:defRPr/>
            </a:lvl5pPr>
            <a:lvl6pPr marL="2743200" lvl="5" indent="-320039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76" name="Google Shape;176;p35"/>
          <p:cNvSpPr txBox="1">
            <a:spLocks noGrp="1"/>
          </p:cNvSpPr>
          <p:nvPr>
            <p:ph type="body" idx="2"/>
          </p:nvPr>
        </p:nvSpPr>
        <p:spPr>
          <a:xfrm>
            <a:off x="672040" y="4927788"/>
            <a:ext cx="6997915" cy="1731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1100"/>
              </a:spcBef>
              <a:spcAft>
                <a:spcPts val="0"/>
              </a:spcAft>
              <a:buSzPts val="1587"/>
              <a:buNone/>
              <a:defRPr sz="1984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1100"/>
              </a:spcBef>
              <a:spcAft>
                <a:spcPts val="0"/>
              </a:spcAft>
              <a:buSzPts val="1587"/>
              <a:buNone/>
              <a:defRPr sz="1984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100"/>
              </a:spcBef>
              <a:spcAft>
                <a:spcPts val="0"/>
              </a:spcAft>
              <a:buSzPts val="1411"/>
              <a:buNone/>
              <a:defRPr sz="1764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100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100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77" name="Google Shape;177;p35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0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35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4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35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150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Name Card">
  <p:cSld name="Quote Name Card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7"/>
          <p:cNvSpPr txBox="1">
            <a:spLocks noGrp="1"/>
          </p:cNvSpPr>
          <p:nvPr>
            <p:ph type="title"/>
          </p:nvPr>
        </p:nvSpPr>
        <p:spPr>
          <a:xfrm>
            <a:off x="854257" y="671971"/>
            <a:ext cx="6694159" cy="3331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5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37"/>
          <p:cNvSpPr txBox="1">
            <a:spLocks noGrp="1"/>
          </p:cNvSpPr>
          <p:nvPr>
            <p:ph type="body" idx="1"/>
          </p:nvPr>
        </p:nvSpPr>
        <p:spPr>
          <a:xfrm>
            <a:off x="672038" y="4423810"/>
            <a:ext cx="6997916" cy="566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100"/>
              </a:spcBef>
              <a:spcAft>
                <a:spcPts val="0"/>
              </a:spcAft>
              <a:buSzPts val="2117"/>
              <a:buFont typeface="Trebuchet MS"/>
              <a:buNone/>
              <a:defRPr sz="2646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1100"/>
              </a:spcBef>
              <a:spcAft>
                <a:spcPts val="0"/>
              </a:spcAft>
              <a:buSzPts val="1360"/>
              <a:buFont typeface="Trebuchet MS"/>
              <a:buNone/>
              <a:defRPr/>
            </a:lvl2pPr>
            <a:lvl3pPr marL="1371600" lvl="2" indent="-228600" algn="l">
              <a:spcBef>
                <a:spcPts val="1100"/>
              </a:spcBef>
              <a:spcAft>
                <a:spcPts val="0"/>
              </a:spcAft>
              <a:buSzPts val="1200"/>
              <a:buFont typeface="Trebuchet MS"/>
              <a:buNone/>
              <a:defRPr/>
            </a:lvl3pPr>
            <a:lvl4pPr marL="1828800" lvl="3" indent="-228600" algn="l">
              <a:spcBef>
                <a:spcPts val="1100"/>
              </a:spcBef>
              <a:spcAft>
                <a:spcPts val="0"/>
              </a:spcAft>
              <a:buSzPts val="1040"/>
              <a:buFont typeface="Trebuchet MS"/>
              <a:buNone/>
              <a:defRPr/>
            </a:lvl4pPr>
            <a:lvl5pPr marL="2286000" lvl="4" indent="-228600" algn="l">
              <a:spcBef>
                <a:spcPts val="1100"/>
              </a:spcBef>
              <a:spcAft>
                <a:spcPts val="0"/>
              </a:spcAft>
              <a:buSzPts val="1040"/>
              <a:buFont typeface="Trebuchet MS"/>
              <a:buNone/>
              <a:defRPr/>
            </a:lvl5pPr>
            <a:lvl6pPr marL="2743200" lvl="5" indent="-320039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202" name="Google Shape;202;p37"/>
          <p:cNvSpPr txBox="1">
            <a:spLocks noGrp="1"/>
          </p:cNvSpPr>
          <p:nvPr>
            <p:ph type="body" idx="2"/>
          </p:nvPr>
        </p:nvSpPr>
        <p:spPr>
          <a:xfrm>
            <a:off x="672040" y="4990673"/>
            <a:ext cx="6997915" cy="1668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1100"/>
              </a:spcBef>
              <a:spcAft>
                <a:spcPts val="0"/>
              </a:spcAft>
              <a:buSzPts val="1587"/>
              <a:buNone/>
              <a:defRPr sz="1984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1100"/>
              </a:spcBef>
              <a:spcAft>
                <a:spcPts val="0"/>
              </a:spcAft>
              <a:buSzPts val="1587"/>
              <a:buNone/>
              <a:defRPr sz="1984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100"/>
              </a:spcBef>
              <a:spcAft>
                <a:spcPts val="0"/>
              </a:spcAft>
              <a:buSzPts val="1411"/>
              <a:buNone/>
              <a:defRPr sz="1764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100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100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03" name="Google Shape;203;p37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0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37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4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37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150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5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6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7"/>
          <p:cNvGrpSpPr/>
          <p:nvPr/>
        </p:nvGrpSpPr>
        <p:grpSpPr>
          <a:xfrm>
            <a:off x="-9525" y="-9525"/>
            <a:ext cx="10110787" cy="7578725"/>
            <a:chOff x="-8467" y="-8468"/>
            <a:chExt cx="9171317" cy="6874935"/>
          </a:xfrm>
        </p:grpSpPr>
        <p:sp>
          <p:nvSpPr>
            <p:cNvPr id="11" name="Google Shape;11;p17"/>
            <p:cNvSpPr/>
            <p:nvPr/>
          </p:nvSpPr>
          <p:spPr>
            <a:xfrm>
              <a:off x="-8467" y="4013672"/>
              <a:ext cx="457918" cy="2852795"/>
            </a:xfrm>
            <a:custGeom>
              <a:avLst/>
              <a:gdLst/>
              <a:ahLst/>
              <a:cxnLst/>
              <a:rect l="l" t="t" r="r" b="b"/>
              <a:pathLst>
                <a:path w="457200" h="2853267" extrusionOk="0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6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cxnSp>
          <p:nvCxnSpPr>
            <p:cNvPr id="12" name="Google Shape;12;p17"/>
            <p:cNvCxnSpPr/>
            <p:nvPr/>
          </p:nvCxnSpPr>
          <p:spPr>
            <a:xfrm rot="10800000" flipH="1">
              <a:off x="5130869" y="4174961"/>
              <a:ext cx="4021900" cy="2682866"/>
            </a:xfrm>
            <a:prstGeom prst="straightConnector1">
              <a:avLst/>
            </a:prstGeom>
            <a:noFill/>
            <a:ln w="9525" cap="rnd" cmpd="sng">
              <a:solidFill>
                <a:schemeClr val="accent1">
                  <a:alpha val="69803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3" name="Google Shape;13;p17"/>
            <p:cNvCxnSpPr/>
            <p:nvPr/>
          </p:nvCxnSpPr>
          <p:spPr>
            <a:xfrm>
              <a:off x="7043180" y="172"/>
              <a:ext cx="1218234" cy="6857654"/>
            </a:xfrm>
            <a:prstGeom prst="straightConnector1">
              <a:avLst/>
            </a:prstGeom>
            <a:noFill/>
            <a:ln w="9525" cap="rnd" cmpd="sng">
              <a:solidFill>
                <a:schemeClr val="accent1">
                  <a:alpha val="69803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4" name="Google Shape;14;p17"/>
            <p:cNvSpPr/>
            <p:nvPr/>
          </p:nvSpPr>
          <p:spPr>
            <a:xfrm>
              <a:off x="6891980" y="172"/>
              <a:ext cx="2269429" cy="6866295"/>
            </a:xfrm>
            <a:custGeom>
              <a:avLst/>
              <a:gdLst/>
              <a:ahLst/>
              <a:cxnLst/>
              <a:rect l="l" t="t" r="r" b="b"/>
              <a:pathLst>
                <a:path w="2269442" h="6866466" extrusionOk="0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568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5" name="Google Shape;15;p17"/>
            <p:cNvSpPr/>
            <p:nvPr/>
          </p:nvSpPr>
          <p:spPr>
            <a:xfrm>
              <a:off x="7204459" y="-8468"/>
              <a:ext cx="1948310" cy="6866295"/>
            </a:xfrm>
            <a:custGeom>
              <a:avLst/>
              <a:gdLst/>
              <a:ahLst/>
              <a:cxnLst/>
              <a:rect l="l" t="t" r="r" b="b"/>
              <a:pathLst>
                <a:path w="1948147" h="6866467" extrusionOk="0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6" name="Google Shape;16;p17"/>
            <p:cNvSpPr/>
            <p:nvPr/>
          </p:nvSpPr>
          <p:spPr>
            <a:xfrm>
              <a:off x="6638542" y="3920066"/>
              <a:ext cx="2512789" cy="2937760"/>
            </a:xfrm>
            <a:custGeom>
              <a:avLst/>
              <a:gdLst/>
              <a:ahLst/>
              <a:cxnLst/>
              <a:rect l="l" t="t" r="r" b="b"/>
              <a:pathLst>
                <a:path w="3259667" h="3810000" extrusionOk="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rgbClr val="17B0E4">
                <a:alpha val="654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7" name="Google Shape;17;p17"/>
            <p:cNvSpPr/>
            <p:nvPr/>
          </p:nvSpPr>
          <p:spPr>
            <a:xfrm>
              <a:off x="7010060" y="-8468"/>
              <a:ext cx="2142710" cy="6866295"/>
            </a:xfrm>
            <a:custGeom>
              <a:avLst/>
              <a:gdLst/>
              <a:ahLst/>
              <a:cxnLst/>
              <a:rect l="l" t="t" r="r" b="b"/>
              <a:pathLst>
                <a:path w="2853267" h="6866467" extrusionOk="0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49803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8" name="Google Shape;18;p17"/>
            <p:cNvSpPr/>
            <p:nvPr/>
          </p:nvSpPr>
          <p:spPr>
            <a:xfrm>
              <a:off x="8295974" y="-8468"/>
              <a:ext cx="856795" cy="6866295"/>
            </a:xfrm>
            <a:custGeom>
              <a:avLst/>
              <a:gdLst/>
              <a:ahLst/>
              <a:cxnLst/>
              <a:rect l="l" t="t" r="r" b="b"/>
              <a:pathLst>
                <a:path w="1286933" h="6866467" extrusionOk="0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6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9" name="Google Shape;19;p17"/>
            <p:cNvSpPr/>
            <p:nvPr/>
          </p:nvSpPr>
          <p:spPr>
            <a:xfrm>
              <a:off x="8094375" y="-8468"/>
              <a:ext cx="1067034" cy="6866295"/>
            </a:xfrm>
            <a:custGeom>
              <a:avLst/>
              <a:gdLst/>
              <a:ahLst/>
              <a:cxnLst/>
              <a:rect l="l" t="t" r="r" b="b"/>
              <a:pathLst>
                <a:path w="1270244" h="6866467" extrusionOk="0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81568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0" name="Google Shape;20;p17"/>
            <p:cNvSpPr/>
            <p:nvPr/>
          </p:nvSpPr>
          <p:spPr>
            <a:xfrm>
              <a:off x="8068455" y="4893559"/>
              <a:ext cx="1094395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 extrusionOk="0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rgbClr val="17B0E4">
                <a:alpha val="654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21" name="Google Shape;21;p17"/>
          <p:cNvSpPr txBox="1">
            <a:spLocks noGrp="1"/>
          </p:cNvSpPr>
          <p:nvPr>
            <p:ph type="title"/>
          </p:nvPr>
        </p:nvSpPr>
        <p:spPr>
          <a:xfrm>
            <a:off x="671512" y="671512"/>
            <a:ext cx="6997700" cy="145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17"/>
          <p:cNvSpPr txBox="1">
            <a:spLocks noGrp="1"/>
          </p:cNvSpPr>
          <p:nvPr>
            <p:ph type="body" idx="1"/>
          </p:nvPr>
        </p:nvSpPr>
        <p:spPr>
          <a:xfrm>
            <a:off x="671512" y="2381250"/>
            <a:ext cx="6997700" cy="4278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5120" algn="l" rtl="0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Char char="►"/>
              <a:defRPr sz="1900" b="0" i="0" u="none" strike="noStrike" cap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14960" algn="l" rtl="0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Char char="►"/>
              <a:defRPr sz="1700" b="0" i="0" u="none" strike="noStrike" cap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304800" algn="l" rtl="0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►"/>
              <a:defRPr sz="1500" b="0" i="0" u="none" strike="noStrike" cap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94639" algn="l" rtl="0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040"/>
              <a:buFont typeface="Noto Sans Symbols"/>
              <a:buChar char="►"/>
              <a:defRPr sz="1300" b="0" i="0" u="none" strike="noStrike" cap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94639" algn="l" rtl="0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040"/>
              <a:buFont typeface="Noto Sans Symbols"/>
              <a:buChar char="►"/>
              <a:defRPr sz="1300" b="0" i="0" u="none" strike="noStrike" cap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295808" algn="l" rtl="0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sz="1323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295808" algn="l" rtl="0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sz="1323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295808" algn="l" rtl="0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sz="1323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295808" algn="l" rtl="0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sz="1323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23" name="Google Shape;23;p17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0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>
                <a:solidFill>
                  <a:srgbClr val="898989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24" name="Google Shape;24;p17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4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150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oogle Shape;33;p16"/>
          <p:cNvGrpSpPr/>
          <p:nvPr/>
        </p:nvGrpSpPr>
        <p:grpSpPr>
          <a:xfrm>
            <a:off x="-9525" y="-9525"/>
            <a:ext cx="10110787" cy="7578725"/>
            <a:chOff x="-8467" y="-8468"/>
            <a:chExt cx="9171317" cy="6874935"/>
          </a:xfrm>
        </p:grpSpPr>
        <p:sp>
          <p:nvSpPr>
            <p:cNvPr id="34" name="Google Shape;34;p16"/>
            <p:cNvSpPr/>
            <p:nvPr/>
          </p:nvSpPr>
          <p:spPr>
            <a:xfrm>
              <a:off x="-8467" y="4013672"/>
              <a:ext cx="457918" cy="2852795"/>
            </a:xfrm>
            <a:custGeom>
              <a:avLst/>
              <a:gdLst/>
              <a:ahLst/>
              <a:cxnLst/>
              <a:rect l="l" t="t" r="r" b="b"/>
              <a:pathLst>
                <a:path w="457200" h="2853267" extrusionOk="0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6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cxnSp>
          <p:nvCxnSpPr>
            <p:cNvPr id="35" name="Google Shape;35;p16"/>
            <p:cNvCxnSpPr/>
            <p:nvPr/>
          </p:nvCxnSpPr>
          <p:spPr>
            <a:xfrm rot="10800000" flipH="1">
              <a:off x="5130869" y="4174961"/>
              <a:ext cx="4021900" cy="2682866"/>
            </a:xfrm>
            <a:prstGeom prst="straightConnector1">
              <a:avLst/>
            </a:prstGeom>
            <a:noFill/>
            <a:ln w="9525" cap="rnd" cmpd="sng">
              <a:solidFill>
                <a:schemeClr val="accent1">
                  <a:alpha val="69803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36" name="Google Shape;36;p16"/>
            <p:cNvCxnSpPr/>
            <p:nvPr/>
          </p:nvCxnSpPr>
          <p:spPr>
            <a:xfrm>
              <a:off x="7043180" y="172"/>
              <a:ext cx="1218234" cy="6857654"/>
            </a:xfrm>
            <a:prstGeom prst="straightConnector1">
              <a:avLst/>
            </a:prstGeom>
            <a:noFill/>
            <a:ln w="9525" cap="rnd" cmpd="sng">
              <a:solidFill>
                <a:schemeClr val="accent1">
                  <a:alpha val="69803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37" name="Google Shape;37;p16"/>
            <p:cNvSpPr/>
            <p:nvPr/>
          </p:nvSpPr>
          <p:spPr>
            <a:xfrm>
              <a:off x="6891980" y="172"/>
              <a:ext cx="2269429" cy="6866295"/>
            </a:xfrm>
            <a:custGeom>
              <a:avLst/>
              <a:gdLst/>
              <a:ahLst/>
              <a:cxnLst/>
              <a:rect l="l" t="t" r="r" b="b"/>
              <a:pathLst>
                <a:path w="2269442" h="6866466" extrusionOk="0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568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8" name="Google Shape;38;p16"/>
            <p:cNvSpPr/>
            <p:nvPr/>
          </p:nvSpPr>
          <p:spPr>
            <a:xfrm>
              <a:off x="7204459" y="-8468"/>
              <a:ext cx="1948310" cy="6866295"/>
            </a:xfrm>
            <a:custGeom>
              <a:avLst/>
              <a:gdLst/>
              <a:ahLst/>
              <a:cxnLst/>
              <a:rect l="l" t="t" r="r" b="b"/>
              <a:pathLst>
                <a:path w="1948147" h="6866467" extrusionOk="0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9" name="Google Shape;39;p16"/>
            <p:cNvSpPr/>
            <p:nvPr/>
          </p:nvSpPr>
          <p:spPr>
            <a:xfrm>
              <a:off x="6638542" y="3920066"/>
              <a:ext cx="2512789" cy="2937760"/>
            </a:xfrm>
            <a:custGeom>
              <a:avLst/>
              <a:gdLst/>
              <a:ahLst/>
              <a:cxnLst/>
              <a:rect l="l" t="t" r="r" b="b"/>
              <a:pathLst>
                <a:path w="3259667" h="3810000" extrusionOk="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rgbClr val="17B0E4">
                <a:alpha val="654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0" name="Google Shape;40;p16"/>
            <p:cNvSpPr/>
            <p:nvPr/>
          </p:nvSpPr>
          <p:spPr>
            <a:xfrm>
              <a:off x="7010060" y="-8468"/>
              <a:ext cx="2142710" cy="6866295"/>
            </a:xfrm>
            <a:custGeom>
              <a:avLst/>
              <a:gdLst/>
              <a:ahLst/>
              <a:cxnLst/>
              <a:rect l="l" t="t" r="r" b="b"/>
              <a:pathLst>
                <a:path w="2853267" h="6866467" extrusionOk="0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49803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1" name="Google Shape;41;p16"/>
            <p:cNvSpPr/>
            <p:nvPr/>
          </p:nvSpPr>
          <p:spPr>
            <a:xfrm>
              <a:off x="8295974" y="-8468"/>
              <a:ext cx="856795" cy="6866295"/>
            </a:xfrm>
            <a:custGeom>
              <a:avLst/>
              <a:gdLst/>
              <a:ahLst/>
              <a:cxnLst/>
              <a:rect l="l" t="t" r="r" b="b"/>
              <a:pathLst>
                <a:path w="1286933" h="6866467" extrusionOk="0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6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2" name="Google Shape;42;p16"/>
            <p:cNvSpPr/>
            <p:nvPr/>
          </p:nvSpPr>
          <p:spPr>
            <a:xfrm>
              <a:off x="8094375" y="-8468"/>
              <a:ext cx="1067034" cy="6866295"/>
            </a:xfrm>
            <a:custGeom>
              <a:avLst/>
              <a:gdLst/>
              <a:ahLst/>
              <a:cxnLst/>
              <a:rect l="l" t="t" r="r" b="b"/>
              <a:pathLst>
                <a:path w="1270244" h="6866467" extrusionOk="0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81568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3" name="Google Shape;43;p16"/>
            <p:cNvSpPr/>
            <p:nvPr/>
          </p:nvSpPr>
          <p:spPr>
            <a:xfrm>
              <a:off x="8068455" y="4893559"/>
              <a:ext cx="1094395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 extrusionOk="0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rgbClr val="17B0E4">
                <a:alpha val="654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44" name="Google Shape;44;p16"/>
          <p:cNvSpPr txBox="1">
            <a:spLocks noGrp="1"/>
          </p:cNvSpPr>
          <p:nvPr>
            <p:ph type="title"/>
          </p:nvPr>
        </p:nvSpPr>
        <p:spPr>
          <a:xfrm>
            <a:off x="671512" y="671512"/>
            <a:ext cx="6997700" cy="145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body" idx="1"/>
          </p:nvPr>
        </p:nvSpPr>
        <p:spPr>
          <a:xfrm>
            <a:off x="671512" y="2381250"/>
            <a:ext cx="6997700" cy="4278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5120" algn="l" rtl="0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Char char="►"/>
              <a:defRPr sz="1900" b="0" i="0" u="none" strike="noStrike" cap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14960" algn="l" rtl="0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Char char="►"/>
              <a:defRPr sz="1700" b="0" i="0" u="none" strike="noStrike" cap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304800" algn="l" rtl="0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►"/>
              <a:defRPr sz="1500" b="0" i="0" u="none" strike="noStrike" cap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94639" algn="l" rtl="0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040"/>
              <a:buFont typeface="Noto Sans Symbols"/>
              <a:buChar char="►"/>
              <a:defRPr sz="1300" b="0" i="0" u="none" strike="noStrike" cap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94639" algn="l" rtl="0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040"/>
              <a:buFont typeface="Noto Sans Symbols"/>
              <a:buChar char="►"/>
              <a:defRPr sz="1300" b="0" i="0" u="none" strike="noStrike" cap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295808" algn="l" rtl="0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sz="1323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295808" algn="l" rtl="0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sz="1323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295808" algn="l" rtl="0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sz="1323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295808" algn="l" rtl="0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sz="1323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0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>
                <a:solidFill>
                  <a:srgbClr val="898989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4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150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oogle Shape;132;p32"/>
          <p:cNvGrpSpPr/>
          <p:nvPr/>
        </p:nvGrpSpPr>
        <p:grpSpPr>
          <a:xfrm>
            <a:off x="-9525" y="-9525"/>
            <a:ext cx="10110787" cy="7578725"/>
            <a:chOff x="-8466" y="-8468"/>
            <a:chExt cx="9171316" cy="6874935"/>
          </a:xfrm>
        </p:grpSpPr>
        <p:cxnSp>
          <p:nvCxnSpPr>
            <p:cNvPr id="133" name="Google Shape;133;p32"/>
            <p:cNvCxnSpPr/>
            <p:nvPr/>
          </p:nvCxnSpPr>
          <p:spPr>
            <a:xfrm rot="10800000" flipH="1">
              <a:off x="5130870" y="4174961"/>
              <a:ext cx="4021900" cy="2682866"/>
            </a:xfrm>
            <a:prstGeom prst="straightConnector1">
              <a:avLst/>
            </a:prstGeom>
            <a:noFill/>
            <a:ln w="9525" cap="rnd" cmpd="sng">
              <a:solidFill>
                <a:schemeClr val="accent1">
                  <a:alpha val="69803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34" name="Google Shape;134;p32"/>
            <p:cNvCxnSpPr/>
            <p:nvPr/>
          </p:nvCxnSpPr>
          <p:spPr>
            <a:xfrm>
              <a:off x="7043180" y="172"/>
              <a:ext cx="1218234" cy="6857654"/>
            </a:xfrm>
            <a:prstGeom prst="straightConnector1">
              <a:avLst/>
            </a:prstGeom>
            <a:noFill/>
            <a:ln w="9525" cap="rnd" cmpd="sng">
              <a:solidFill>
                <a:schemeClr val="accent1">
                  <a:alpha val="69803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35" name="Google Shape;135;p32"/>
            <p:cNvSpPr/>
            <p:nvPr/>
          </p:nvSpPr>
          <p:spPr>
            <a:xfrm>
              <a:off x="6891981" y="172"/>
              <a:ext cx="2269429" cy="6866295"/>
            </a:xfrm>
            <a:custGeom>
              <a:avLst/>
              <a:gdLst/>
              <a:ahLst/>
              <a:cxnLst/>
              <a:rect l="l" t="t" r="r" b="b"/>
              <a:pathLst>
                <a:path w="2269442" h="6866466" extrusionOk="0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568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36" name="Google Shape;136;p32"/>
            <p:cNvSpPr/>
            <p:nvPr/>
          </p:nvSpPr>
          <p:spPr>
            <a:xfrm>
              <a:off x="7204459" y="-8468"/>
              <a:ext cx="1948310" cy="6866295"/>
            </a:xfrm>
            <a:custGeom>
              <a:avLst/>
              <a:gdLst/>
              <a:ahLst/>
              <a:cxnLst/>
              <a:rect l="l" t="t" r="r" b="b"/>
              <a:pathLst>
                <a:path w="1948147" h="6866467" extrusionOk="0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37" name="Google Shape;137;p32"/>
            <p:cNvSpPr/>
            <p:nvPr/>
          </p:nvSpPr>
          <p:spPr>
            <a:xfrm>
              <a:off x="6638542" y="3920066"/>
              <a:ext cx="2512788" cy="2937760"/>
            </a:xfrm>
            <a:custGeom>
              <a:avLst/>
              <a:gdLst/>
              <a:ahLst/>
              <a:cxnLst/>
              <a:rect l="l" t="t" r="r" b="b"/>
              <a:pathLst>
                <a:path w="3259667" h="3810000" extrusionOk="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rgbClr val="17B0E4">
                <a:alpha val="654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38" name="Google Shape;138;p32"/>
            <p:cNvSpPr/>
            <p:nvPr/>
          </p:nvSpPr>
          <p:spPr>
            <a:xfrm>
              <a:off x="7010060" y="-8468"/>
              <a:ext cx="2142710" cy="6866295"/>
            </a:xfrm>
            <a:custGeom>
              <a:avLst/>
              <a:gdLst/>
              <a:ahLst/>
              <a:cxnLst/>
              <a:rect l="l" t="t" r="r" b="b"/>
              <a:pathLst>
                <a:path w="2853267" h="6866467" extrusionOk="0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49803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39" name="Google Shape;139;p32"/>
            <p:cNvSpPr/>
            <p:nvPr/>
          </p:nvSpPr>
          <p:spPr>
            <a:xfrm>
              <a:off x="8295974" y="-8468"/>
              <a:ext cx="856795" cy="6866295"/>
            </a:xfrm>
            <a:custGeom>
              <a:avLst/>
              <a:gdLst/>
              <a:ahLst/>
              <a:cxnLst/>
              <a:rect l="l" t="t" r="r" b="b"/>
              <a:pathLst>
                <a:path w="1286933" h="6866467" extrusionOk="0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6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40" name="Google Shape;140;p32"/>
            <p:cNvSpPr/>
            <p:nvPr/>
          </p:nvSpPr>
          <p:spPr>
            <a:xfrm>
              <a:off x="8094375" y="-8468"/>
              <a:ext cx="1067034" cy="6866295"/>
            </a:xfrm>
            <a:custGeom>
              <a:avLst/>
              <a:gdLst/>
              <a:ahLst/>
              <a:cxnLst/>
              <a:rect l="l" t="t" r="r" b="b"/>
              <a:pathLst>
                <a:path w="1270244" h="6866467" extrusionOk="0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81568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41" name="Google Shape;141;p32"/>
            <p:cNvSpPr/>
            <p:nvPr/>
          </p:nvSpPr>
          <p:spPr>
            <a:xfrm>
              <a:off x="8068455" y="4893559"/>
              <a:ext cx="1094395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 extrusionOk="0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rgbClr val="17B0E4">
                <a:alpha val="654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42" name="Google Shape;142;p32"/>
            <p:cNvSpPr/>
            <p:nvPr/>
          </p:nvSpPr>
          <p:spPr>
            <a:xfrm>
              <a:off x="-8466" y="-8468"/>
              <a:ext cx="863996" cy="5698391"/>
            </a:xfrm>
            <a:custGeom>
              <a:avLst/>
              <a:gdLst/>
              <a:ahLst/>
              <a:cxnLst/>
              <a:rect l="l" t="t" r="r" b="b"/>
              <a:pathLst>
                <a:path w="863600" h="5698067" extrusionOk="0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4705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143" name="Google Shape;143;p32"/>
          <p:cNvSpPr txBox="1">
            <a:spLocks noGrp="1"/>
          </p:cNvSpPr>
          <p:nvPr>
            <p:ph type="title"/>
          </p:nvPr>
        </p:nvSpPr>
        <p:spPr>
          <a:xfrm>
            <a:off x="671512" y="671512"/>
            <a:ext cx="6997700" cy="145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44" name="Google Shape;144;p32"/>
          <p:cNvSpPr txBox="1">
            <a:spLocks noGrp="1"/>
          </p:cNvSpPr>
          <p:nvPr>
            <p:ph type="body" idx="1"/>
          </p:nvPr>
        </p:nvSpPr>
        <p:spPr>
          <a:xfrm>
            <a:off x="671512" y="2381250"/>
            <a:ext cx="6997700" cy="4278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5120" algn="l" rtl="0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Char char="►"/>
              <a:defRPr sz="1900" b="0" i="0" u="none" strike="noStrike" cap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14960" algn="l" rtl="0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Char char="►"/>
              <a:defRPr sz="1700" b="0" i="0" u="none" strike="noStrike" cap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304800" algn="l" rtl="0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►"/>
              <a:defRPr sz="1500" b="0" i="0" u="none" strike="noStrike" cap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94639" algn="l" rtl="0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040"/>
              <a:buFont typeface="Noto Sans Symbols"/>
              <a:buChar char="►"/>
              <a:defRPr sz="1300" b="0" i="0" u="none" strike="noStrike" cap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94639" algn="l" rtl="0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040"/>
              <a:buFont typeface="Noto Sans Symbols"/>
              <a:buChar char="►"/>
              <a:defRPr sz="1300" b="0" i="0" u="none" strike="noStrike" cap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295808" algn="l" rtl="0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sz="1323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295808" algn="l" rtl="0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sz="1323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295808" algn="l" rtl="0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sz="1323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295808" algn="l" rtl="0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sz="1323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45" name="Google Shape;145;p32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0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>
                <a:solidFill>
                  <a:srgbClr val="898989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46" name="Google Shape;146;p32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4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47" name="Google Shape;147;p32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150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34"/>
          <p:cNvGrpSpPr/>
          <p:nvPr/>
        </p:nvGrpSpPr>
        <p:grpSpPr>
          <a:xfrm>
            <a:off x="-9525" y="-9525"/>
            <a:ext cx="10110787" cy="7578725"/>
            <a:chOff x="-8467" y="-8468"/>
            <a:chExt cx="9171317" cy="6874935"/>
          </a:xfrm>
        </p:grpSpPr>
        <p:sp>
          <p:nvSpPr>
            <p:cNvPr id="156" name="Google Shape;156;p34"/>
            <p:cNvSpPr/>
            <p:nvPr/>
          </p:nvSpPr>
          <p:spPr>
            <a:xfrm>
              <a:off x="-8467" y="4013672"/>
              <a:ext cx="457918" cy="2852795"/>
            </a:xfrm>
            <a:custGeom>
              <a:avLst/>
              <a:gdLst/>
              <a:ahLst/>
              <a:cxnLst/>
              <a:rect l="l" t="t" r="r" b="b"/>
              <a:pathLst>
                <a:path w="457200" h="2853267" extrusionOk="0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6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cxnSp>
          <p:nvCxnSpPr>
            <p:cNvPr id="157" name="Google Shape;157;p34"/>
            <p:cNvCxnSpPr/>
            <p:nvPr/>
          </p:nvCxnSpPr>
          <p:spPr>
            <a:xfrm rot="10800000" flipH="1">
              <a:off x="5130869" y="4174961"/>
              <a:ext cx="4021900" cy="2682866"/>
            </a:xfrm>
            <a:prstGeom prst="straightConnector1">
              <a:avLst/>
            </a:prstGeom>
            <a:noFill/>
            <a:ln w="9525" cap="rnd" cmpd="sng">
              <a:solidFill>
                <a:schemeClr val="accent1">
                  <a:alpha val="69803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58" name="Google Shape;158;p34"/>
            <p:cNvCxnSpPr/>
            <p:nvPr/>
          </p:nvCxnSpPr>
          <p:spPr>
            <a:xfrm>
              <a:off x="7043180" y="172"/>
              <a:ext cx="1218234" cy="6857654"/>
            </a:xfrm>
            <a:prstGeom prst="straightConnector1">
              <a:avLst/>
            </a:prstGeom>
            <a:noFill/>
            <a:ln w="9525" cap="rnd" cmpd="sng">
              <a:solidFill>
                <a:schemeClr val="accent1">
                  <a:alpha val="69803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59" name="Google Shape;159;p34"/>
            <p:cNvSpPr/>
            <p:nvPr/>
          </p:nvSpPr>
          <p:spPr>
            <a:xfrm>
              <a:off x="6891980" y="172"/>
              <a:ext cx="2269429" cy="6866295"/>
            </a:xfrm>
            <a:custGeom>
              <a:avLst/>
              <a:gdLst/>
              <a:ahLst/>
              <a:cxnLst/>
              <a:rect l="l" t="t" r="r" b="b"/>
              <a:pathLst>
                <a:path w="2269442" h="6866466" extrusionOk="0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568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60" name="Google Shape;160;p34"/>
            <p:cNvSpPr/>
            <p:nvPr/>
          </p:nvSpPr>
          <p:spPr>
            <a:xfrm>
              <a:off x="7204459" y="-8468"/>
              <a:ext cx="1948310" cy="6866295"/>
            </a:xfrm>
            <a:custGeom>
              <a:avLst/>
              <a:gdLst/>
              <a:ahLst/>
              <a:cxnLst/>
              <a:rect l="l" t="t" r="r" b="b"/>
              <a:pathLst>
                <a:path w="1948147" h="6866467" extrusionOk="0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61" name="Google Shape;161;p34"/>
            <p:cNvSpPr/>
            <p:nvPr/>
          </p:nvSpPr>
          <p:spPr>
            <a:xfrm>
              <a:off x="6638542" y="3920066"/>
              <a:ext cx="2512789" cy="2937760"/>
            </a:xfrm>
            <a:custGeom>
              <a:avLst/>
              <a:gdLst/>
              <a:ahLst/>
              <a:cxnLst/>
              <a:rect l="l" t="t" r="r" b="b"/>
              <a:pathLst>
                <a:path w="3259667" h="3810000" extrusionOk="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rgbClr val="17B0E4">
                <a:alpha val="654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62" name="Google Shape;162;p34"/>
            <p:cNvSpPr/>
            <p:nvPr/>
          </p:nvSpPr>
          <p:spPr>
            <a:xfrm>
              <a:off x="7010060" y="-8468"/>
              <a:ext cx="2142710" cy="6866295"/>
            </a:xfrm>
            <a:custGeom>
              <a:avLst/>
              <a:gdLst/>
              <a:ahLst/>
              <a:cxnLst/>
              <a:rect l="l" t="t" r="r" b="b"/>
              <a:pathLst>
                <a:path w="2853267" h="6866467" extrusionOk="0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49803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63" name="Google Shape;163;p34"/>
            <p:cNvSpPr/>
            <p:nvPr/>
          </p:nvSpPr>
          <p:spPr>
            <a:xfrm>
              <a:off x="8295974" y="-8468"/>
              <a:ext cx="856795" cy="6866295"/>
            </a:xfrm>
            <a:custGeom>
              <a:avLst/>
              <a:gdLst/>
              <a:ahLst/>
              <a:cxnLst/>
              <a:rect l="l" t="t" r="r" b="b"/>
              <a:pathLst>
                <a:path w="1286933" h="6866467" extrusionOk="0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6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64" name="Google Shape;164;p34"/>
            <p:cNvSpPr/>
            <p:nvPr/>
          </p:nvSpPr>
          <p:spPr>
            <a:xfrm>
              <a:off x="8094375" y="-8468"/>
              <a:ext cx="1067034" cy="6866295"/>
            </a:xfrm>
            <a:custGeom>
              <a:avLst/>
              <a:gdLst/>
              <a:ahLst/>
              <a:cxnLst/>
              <a:rect l="l" t="t" r="r" b="b"/>
              <a:pathLst>
                <a:path w="1270244" h="6866467" extrusionOk="0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81568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65" name="Google Shape;165;p34"/>
            <p:cNvSpPr/>
            <p:nvPr/>
          </p:nvSpPr>
          <p:spPr>
            <a:xfrm>
              <a:off x="8068455" y="4893559"/>
              <a:ext cx="1094395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 extrusionOk="0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rgbClr val="17B0E4">
                <a:alpha val="654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166" name="Google Shape;166;p34"/>
          <p:cNvSpPr txBox="1"/>
          <p:nvPr/>
        </p:nvSpPr>
        <p:spPr>
          <a:xfrm>
            <a:off x="531812" y="871537"/>
            <a:ext cx="504825" cy="64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E0F5"/>
              </a:buClr>
              <a:buSzPts val="8800"/>
              <a:buFont typeface="Arial"/>
              <a:buNone/>
            </a:pPr>
            <a:r>
              <a:rPr lang="en-US" sz="8800" b="0" i="0" u="none">
                <a:solidFill>
                  <a:srgbClr val="9FE0F5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67" name="Google Shape;167;p34"/>
          <p:cNvSpPr txBox="1"/>
          <p:nvPr/>
        </p:nvSpPr>
        <p:spPr>
          <a:xfrm>
            <a:off x="7439025" y="3181350"/>
            <a:ext cx="503237" cy="64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E0F5"/>
              </a:buClr>
              <a:buSzPts val="8800"/>
              <a:buFont typeface="Arial"/>
              <a:buNone/>
            </a:pPr>
            <a:r>
              <a:rPr lang="en-US" sz="8800" b="0" i="0" u="none">
                <a:solidFill>
                  <a:srgbClr val="9FE0F5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  <p:sp>
        <p:nvSpPr>
          <p:cNvPr id="168" name="Google Shape;168;p34"/>
          <p:cNvSpPr txBox="1">
            <a:spLocks noGrp="1"/>
          </p:cNvSpPr>
          <p:nvPr>
            <p:ph type="title"/>
          </p:nvPr>
        </p:nvSpPr>
        <p:spPr>
          <a:xfrm>
            <a:off x="671512" y="671512"/>
            <a:ext cx="6997700" cy="145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69" name="Google Shape;169;p34"/>
          <p:cNvSpPr txBox="1">
            <a:spLocks noGrp="1"/>
          </p:cNvSpPr>
          <p:nvPr>
            <p:ph type="body" idx="1"/>
          </p:nvPr>
        </p:nvSpPr>
        <p:spPr>
          <a:xfrm>
            <a:off x="671512" y="2381250"/>
            <a:ext cx="6997700" cy="4278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5120" algn="l" rtl="0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Char char="►"/>
              <a:defRPr sz="1900" b="0" i="0" u="none" strike="noStrike" cap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14960" algn="l" rtl="0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Char char="►"/>
              <a:defRPr sz="1700" b="0" i="0" u="none" strike="noStrike" cap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304800" algn="l" rtl="0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►"/>
              <a:defRPr sz="1500" b="0" i="0" u="none" strike="noStrike" cap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94639" algn="l" rtl="0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040"/>
              <a:buFont typeface="Noto Sans Symbols"/>
              <a:buChar char="►"/>
              <a:defRPr sz="1300" b="0" i="0" u="none" strike="noStrike" cap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94639" algn="l" rtl="0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040"/>
              <a:buFont typeface="Noto Sans Symbols"/>
              <a:buChar char="►"/>
              <a:defRPr sz="1300" b="0" i="0" u="none" strike="noStrike" cap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295808" algn="l" rtl="0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sz="1323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295808" algn="l" rtl="0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sz="1323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295808" algn="l" rtl="0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sz="1323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295808" algn="l" rtl="0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sz="1323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70" name="Google Shape;170;p34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0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>
                <a:solidFill>
                  <a:srgbClr val="898989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71" name="Google Shape;171;p34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4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72" name="Google Shape;172;p34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150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" name="Google Shape;181;p36"/>
          <p:cNvGrpSpPr/>
          <p:nvPr/>
        </p:nvGrpSpPr>
        <p:grpSpPr>
          <a:xfrm>
            <a:off x="-9525" y="-9525"/>
            <a:ext cx="10110787" cy="7578725"/>
            <a:chOff x="-8467" y="-8468"/>
            <a:chExt cx="9171317" cy="6874935"/>
          </a:xfrm>
        </p:grpSpPr>
        <p:sp>
          <p:nvSpPr>
            <p:cNvPr id="182" name="Google Shape;182;p36"/>
            <p:cNvSpPr/>
            <p:nvPr/>
          </p:nvSpPr>
          <p:spPr>
            <a:xfrm>
              <a:off x="-8467" y="4013672"/>
              <a:ext cx="457918" cy="2852795"/>
            </a:xfrm>
            <a:custGeom>
              <a:avLst/>
              <a:gdLst/>
              <a:ahLst/>
              <a:cxnLst/>
              <a:rect l="l" t="t" r="r" b="b"/>
              <a:pathLst>
                <a:path w="457200" h="2853267" extrusionOk="0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6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cxnSp>
          <p:nvCxnSpPr>
            <p:cNvPr id="183" name="Google Shape;183;p36"/>
            <p:cNvCxnSpPr/>
            <p:nvPr/>
          </p:nvCxnSpPr>
          <p:spPr>
            <a:xfrm rot="10800000" flipH="1">
              <a:off x="5130869" y="4174961"/>
              <a:ext cx="4021900" cy="2682866"/>
            </a:xfrm>
            <a:prstGeom prst="straightConnector1">
              <a:avLst/>
            </a:prstGeom>
            <a:noFill/>
            <a:ln w="9525" cap="rnd" cmpd="sng">
              <a:solidFill>
                <a:schemeClr val="accent1">
                  <a:alpha val="69803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84" name="Google Shape;184;p36"/>
            <p:cNvCxnSpPr/>
            <p:nvPr/>
          </p:nvCxnSpPr>
          <p:spPr>
            <a:xfrm>
              <a:off x="7043180" y="172"/>
              <a:ext cx="1218234" cy="6857654"/>
            </a:xfrm>
            <a:prstGeom prst="straightConnector1">
              <a:avLst/>
            </a:prstGeom>
            <a:noFill/>
            <a:ln w="9525" cap="rnd" cmpd="sng">
              <a:solidFill>
                <a:schemeClr val="accent1">
                  <a:alpha val="69803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85" name="Google Shape;185;p36"/>
            <p:cNvSpPr/>
            <p:nvPr/>
          </p:nvSpPr>
          <p:spPr>
            <a:xfrm>
              <a:off x="6891980" y="172"/>
              <a:ext cx="2269429" cy="6866295"/>
            </a:xfrm>
            <a:custGeom>
              <a:avLst/>
              <a:gdLst/>
              <a:ahLst/>
              <a:cxnLst/>
              <a:rect l="l" t="t" r="r" b="b"/>
              <a:pathLst>
                <a:path w="2269442" h="6866466" extrusionOk="0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568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86" name="Google Shape;186;p36"/>
            <p:cNvSpPr/>
            <p:nvPr/>
          </p:nvSpPr>
          <p:spPr>
            <a:xfrm>
              <a:off x="7204459" y="-8468"/>
              <a:ext cx="1948310" cy="6866295"/>
            </a:xfrm>
            <a:custGeom>
              <a:avLst/>
              <a:gdLst/>
              <a:ahLst/>
              <a:cxnLst/>
              <a:rect l="l" t="t" r="r" b="b"/>
              <a:pathLst>
                <a:path w="1948147" h="6866467" extrusionOk="0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87" name="Google Shape;187;p36"/>
            <p:cNvSpPr/>
            <p:nvPr/>
          </p:nvSpPr>
          <p:spPr>
            <a:xfrm>
              <a:off x="6638542" y="3920066"/>
              <a:ext cx="2512789" cy="2937760"/>
            </a:xfrm>
            <a:custGeom>
              <a:avLst/>
              <a:gdLst/>
              <a:ahLst/>
              <a:cxnLst/>
              <a:rect l="l" t="t" r="r" b="b"/>
              <a:pathLst>
                <a:path w="3259667" h="3810000" extrusionOk="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rgbClr val="17B0E4">
                <a:alpha val="654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88" name="Google Shape;188;p36"/>
            <p:cNvSpPr/>
            <p:nvPr/>
          </p:nvSpPr>
          <p:spPr>
            <a:xfrm>
              <a:off x="7010060" y="-8468"/>
              <a:ext cx="2142710" cy="6866295"/>
            </a:xfrm>
            <a:custGeom>
              <a:avLst/>
              <a:gdLst/>
              <a:ahLst/>
              <a:cxnLst/>
              <a:rect l="l" t="t" r="r" b="b"/>
              <a:pathLst>
                <a:path w="2853267" h="6866467" extrusionOk="0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49803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89" name="Google Shape;189;p36"/>
            <p:cNvSpPr/>
            <p:nvPr/>
          </p:nvSpPr>
          <p:spPr>
            <a:xfrm>
              <a:off x="8295974" y="-8468"/>
              <a:ext cx="856795" cy="6866295"/>
            </a:xfrm>
            <a:custGeom>
              <a:avLst/>
              <a:gdLst/>
              <a:ahLst/>
              <a:cxnLst/>
              <a:rect l="l" t="t" r="r" b="b"/>
              <a:pathLst>
                <a:path w="1286933" h="6866467" extrusionOk="0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6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90" name="Google Shape;190;p36"/>
            <p:cNvSpPr/>
            <p:nvPr/>
          </p:nvSpPr>
          <p:spPr>
            <a:xfrm>
              <a:off x="8094375" y="-8468"/>
              <a:ext cx="1067034" cy="6866295"/>
            </a:xfrm>
            <a:custGeom>
              <a:avLst/>
              <a:gdLst/>
              <a:ahLst/>
              <a:cxnLst/>
              <a:rect l="l" t="t" r="r" b="b"/>
              <a:pathLst>
                <a:path w="1270244" h="6866467" extrusionOk="0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81568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91" name="Google Shape;191;p36"/>
            <p:cNvSpPr/>
            <p:nvPr/>
          </p:nvSpPr>
          <p:spPr>
            <a:xfrm>
              <a:off x="8068455" y="4893559"/>
              <a:ext cx="1094395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 extrusionOk="0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rgbClr val="17B0E4">
                <a:alpha val="654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192" name="Google Shape;192;p36"/>
          <p:cNvSpPr txBox="1"/>
          <p:nvPr/>
        </p:nvSpPr>
        <p:spPr>
          <a:xfrm>
            <a:off x="531812" y="871537"/>
            <a:ext cx="504825" cy="64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E0F5"/>
              </a:buClr>
              <a:buSzPts val="8800"/>
              <a:buFont typeface="Arial"/>
              <a:buNone/>
            </a:pPr>
            <a:r>
              <a:rPr lang="en-US" sz="8800" b="0" i="0" u="none">
                <a:solidFill>
                  <a:srgbClr val="9FE0F5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93" name="Google Shape;193;p36"/>
          <p:cNvSpPr txBox="1"/>
          <p:nvPr/>
        </p:nvSpPr>
        <p:spPr>
          <a:xfrm>
            <a:off x="7439025" y="3181350"/>
            <a:ext cx="503237" cy="64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E0F5"/>
              </a:buClr>
              <a:buSzPts val="8800"/>
              <a:buFont typeface="Arial"/>
              <a:buNone/>
            </a:pPr>
            <a:r>
              <a:rPr lang="en-US" sz="8800" b="0" i="0" u="none">
                <a:solidFill>
                  <a:srgbClr val="9FE0F5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  <p:sp>
        <p:nvSpPr>
          <p:cNvPr id="194" name="Google Shape;194;p36"/>
          <p:cNvSpPr txBox="1">
            <a:spLocks noGrp="1"/>
          </p:cNvSpPr>
          <p:nvPr>
            <p:ph type="title"/>
          </p:nvPr>
        </p:nvSpPr>
        <p:spPr>
          <a:xfrm>
            <a:off x="671512" y="671512"/>
            <a:ext cx="6997700" cy="145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95" name="Google Shape;195;p36"/>
          <p:cNvSpPr txBox="1">
            <a:spLocks noGrp="1"/>
          </p:cNvSpPr>
          <p:nvPr>
            <p:ph type="body" idx="1"/>
          </p:nvPr>
        </p:nvSpPr>
        <p:spPr>
          <a:xfrm>
            <a:off x="671512" y="2381250"/>
            <a:ext cx="6997700" cy="4278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5120" algn="l" rtl="0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Char char="►"/>
              <a:defRPr sz="1900" b="0" i="0" u="none" strike="noStrike" cap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14960" algn="l" rtl="0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Char char="►"/>
              <a:defRPr sz="1700" b="0" i="0" u="none" strike="noStrike" cap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304800" algn="l" rtl="0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►"/>
              <a:defRPr sz="1500" b="0" i="0" u="none" strike="noStrike" cap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94639" algn="l" rtl="0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040"/>
              <a:buFont typeface="Noto Sans Symbols"/>
              <a:buChar char="►"/>
              <a:defRPr sz="1300" b="0" i="0" u="none" strike="noStrike" cap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94639" algn="l" rtl="0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040"/>
              <a:buFont typeface="Noto Sans Symbols"/>
              <a:buChar char="►"/>
              <a:defRPr sz="1300" b="0" i="0" u="none" strike="noStrike" cap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295808" algn="l" rtl="0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sz="1323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295808" algn="l" rtl="0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sz="1323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295808" algn="l" rtl="0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sz="1323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295808" algn="l" rtl="0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sz="1323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96" name="Google Shape;196;p36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0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>
                <a:solidFill>
                  <a:srgbClr val="898989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97" name="Google Shape;197;p36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4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98" name="Google Shape;198;p36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150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customXml" Target="../ink/ink7.xml"/><Relationship Id="rId18" Type="http://schemas.openxmlformats.org/officeDocument/2006/relationships/customXml" Target="../ink/ink11.xml"/><Relationship Id="rId26" Type="http://schemas.openxmlformats.org/officeDocument/2006/relationships/customXml" Target="../ink/ink16.xml"/><Relationship Id="rId3" Type="http://schemas.openxmlformats.org/officeDocument/2006/relationships/image" Target="../media/image5.png"/><Relationship Id="rId21" Type="http://schemas.openxmlformats.org/officeDocument/2006/relationships/customXml" Target="../ink/ink13.xml"/><Relationship Id="rId7" Type="http://schemas.openxmlformats.org/officeDocument/2006/relationships/image" Target="../media/image7.png"/><Relationship Id="rId12" Type="http://schemas.openxmlformats.org/officeDocument/2006/relationships/image" Target="../media/image8.png"/><Relationship Id="rId17" Type="http://schemas.openxmlformats.org/officeDocument/2006/relationships/customXml" Target="../ink/ink10.xml"/><Relationship Id="rId25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9.png"/><Relationship Id="rId20" Type="http://schemas.openxmlformats.org/officeDocument/2006/relationships/customXml" Target="../ink/ink1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customXml" Target="../ink/ink6.xml"/><Relationship Id="rId24" Type="http://schemas.openxmlformats.org/officeDocument/2006/relationships/customXml" Target="../ink/ink15.xml"/><Relationship Id="rId5" Type="http://schemas.openxmlformats.org/officeDocument/2006/relationships/image" Target="../media/image6.png"/><Relationship Id="rId15" Type="http://schemas.openxmlformats.org/officeDocument/2006/relationships/customXml" Target="../ink/ink9.xml"/><Relationship Id="rId23" Type="http://schemas.openxmlformats.org/officeDocument/2006/relationships/customXml" Target="../ink/ink14.xml"/><Relationship Id="rId28" Type="http://schemas.openxmlformats.org/officeDocument/2006/relationships/image" Target="../media/image13.png"/><Relationship Id="rId10" Type="http://schemas.openxmlformats.org/officeDocument/2006/relationships/customXml" Target="../ink/ink5.xml"/><Relationship Id="rId19" Type="http://schemas.openxmlformats.org/officeDocument/2006/relationships/image" Target="../media/image10.png"/><Relationship Id="rId4" Type="http://schemas.openxmlformats.org/officeDocument/2006/relationships/customXml" Target="../ink/ink1.xml"/><Relationship Id="rId9" Type="http://schemas.openxmlformats.org/officeDocument/2006/relationships/customXml" Target="../ink/ink4.xml"/><Relationship Id="rId14" Type="http://schemas.openxmlformats.org/officeDocument/2006/relationships/customXml" Target="../ink/ink8.xml"/><Relationship Id="rId22" Type="http://schemas.openxmlformats.org/officeDocument/2006/relationships/image" Target="../media/image11.png"/><Relationship Id="rId27" Type="http://schemas.openxmlformats.org/officeDocument/2006/relationships/customXml" Target="../ink/ink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"/>
          <p:cNvSpPr txBox="1"/>
          <p:nvPr/>
        </p:nvSpPr>
        <p:spPr>
          <a:xfrm>
            <a:off x="504824" y="1619006"/>
            <a:ext cx="9070975" cy="5450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675" rIns="0" bIns="0" anchor="ctr" anchorCtr="0">
            <a:no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en-US" sz="36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Job Recommendation and Resume 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Parsing </a:t>
            </a:r>
            <a:r>
              <a:rPr lang="en-US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en-US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NLP </a:t>
            </a:r>
            <a:endParaRPr lang="en-IN" altLang="en-US" sz="36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lang="en-US" sz="36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US" dirty="0">
              <a:ea typeface="Times New Roman"/>
            </a:endParaRPr>
          </a:p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endParaRPr sz="3200" b="0" i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lang="en-IN" sz="32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Gaurav Dalvi    (22106137)</a:t>
            </a:r>
          </a:p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lang="en-IN" sz="3200" b="1" dirty="0">
                <a:latin typeface="Times New Roman"/>
                <a:cs typeface="Times New Roman"/>
                <a:sym typeface="Times New Roman"/>
              </a:rPr>
              <a:t>Aryan Shailesh (22106123)</a:t>
            </a:r>
          </a:p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lang="en-IN" sz="3200" b="1" dirty="0">
                <a:latin typeface="Times New Roman"/>
                <a:cs typeface="Times New Roman"/>
                <a:sym typeface="Times New Roman"/>
              </a:rPr>
              <a:t>Eshwari Parab  (22106066)</a:t>
            </a:r>
          </a:p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endParaRPr dirty="0"/>
          </a:p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rebuchet MS"/>
              <a:buNone/>
            </a:pPr>
            <a:endParaRPr lang="en-IN" sz="32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rebuchet MS"/>
              <a:buNone/>
            </a:pPr>
            <a:endParaRPr sz="3200" b="0" i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lang="en-US" sz="28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Guide</a:t>
            </a:r>
            <a:endParaRPr dirty="0"/>
          </a:p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Prof. Darshana Bhamare</a:t>
            </a:r>
            <a:endParaRPr dirty="0"/>
          </a:p>
        </p:txBody>
      </p:sp>
      <p:cxnSp>
        <p:nvCxnSpPr>
          <p:cNvPr id="219" name="Google Shape;219;p2"/>
          <p:cNvCxnSpPr/>
          <p:nvPr/>
        </p:nvCxnSpPr>
        <p:spPr>
          <a:xfrm>
            <a:off x="0" y="1743075"/>
            <a:ext cx="10080625" cy="0"/>
          </a:xfrm>
          <a:prstGeom prst="straightConnector1">
            <a:avLst/>
          </a:prstGeom>
          <a:noFill/>
          <a:ln w="25400" cap="rnd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63500" dist="25400" dir="5400000">
              <a:srgbClr val="000000">
                <a:alpha val="34901"/>
              </a:srgbClr>
            </a:outerShdw>
          </a:effectLst>
        </p:spPr>
      </p:cxnSp>
      <p:pic>
        <p:nvPicPr>
          <p:cNvPr id="220" name="Google Shape;22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3600" y="179387"/>
            <a:ext cx="7705725" cy="13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"/>
          <p:cNvSpPr txBox="1"/>
          <p:nvPr/>
        </p:nvSpPr>
        <p:spPr>
          <a:xfrm>
            <a:off x="504825" y="144462"/>
            <a:ext cx="9070975" cy="1057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675" rIns="0" bIns="0" anchor="ctr" anchorCtr="0">
            <a:noAutofit/>
          </a:bodyPr>
          <a:lstStyle/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lang="en-US" sz="3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Outline</a:t>
            </a:r>
            <a:endParaRPr/>
          </a:p>
        </p:txBody>
      </p:sp>
      <p:sp>
        <p:nvSpPr>
          <p:cNvPr id="227" name="Google Shape;227;p3"/>
          <p:cNvSpPr txBox="1"/>
          <p:nvPr/>
        </p:nvSpPr>
        <p:spPr>
          <a:xfrm>
            <a:off x="504825" y="1236662"/>
            <a:ext cx="9323387" cy="5578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225" rIns="0" bIns="0" anchor="t" anchorCtr="0">
            <a:noAutofit/>
          </a:bodyPr>
          <a:lstStyle/>
          <a:p>
            <a:pPr marL="430212" marR="0" lvl="0" indent="-322262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 b="1" i="0" u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Introduction</a:t>
            </a:r>
          </a:p>
          <a:p>
            <a:pPr marL="430212" lvl="0" indent="-322262" algn="just">
              <a:lnSpc>
                <a:spcPct val="150000"/>
              </a:lnSpc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 b="1" i="0" u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Literally Survey of Existing Systems</a:t>
            </a:r>
          </a:p>
          <a:p>
            <a:pPr marL="430212" marR="0" lvl="0" indent="-322262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 b="1" i="0" u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Limitations of the Existing Systems</a:t>
            </a:r>
            <a:endParaRPr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0212" marR="0" lvl="0" indent="-322262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 b="1" i="0" u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Problem Statement </a:t>
            </a:r>
          </a:p>
          <a:p>
            <a:pPr marL="430212" marR="0" lvl="0" indent="-322262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System Design</a:t>
            </a:r>
            <a:endParaRPr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0212" marR="0" lvl="0" indent="-322262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 b="1" i="0" u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Technologies Stack for Proposed System</a:t>
            </a:r>
          </a:p>
          <a:p>
            <a:pPr marL="430212" indent="-322262" algn="just">
              <a:lnSpc>
                <a:spcPct val="150000"/>
              </a:lnSpc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Goals Alignment</a:t>
            </a:r>
          </a:p>
          <a:p>
            <a:pPr marL="430212" indent="-322262" algn="just">
              <a:lnSpc>
                <a:spcPct val="150000"/>
              </a:lnSpc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0212" marR="0" lvl="0" indent="-322262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 b="1" i="0" u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Conclusion </a:t>
            </a:r>
            <a:endParaRPr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0212" marR="0" lvl="0" indent="-322262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 b="1" i="0" u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References</a:t>
            </a:r>
            <a:endParaRPr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"/>
          <p:cNvSpPr txBox="1"/>
          <p:nvPr/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675" rIns="0" bIns="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lang="en-US" sz="3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/>
          </a:p>
        </p:txBody>
      </p:sp>
      <p:sp>
        <p:nvSpPr>
          <p:cNvPr id="234" name="Google Shape;234;p4"/>
          <p:cNvSpPr txBox="1"/>
          <p:nvPr/>
        </p:nvSpPr>
        <p:spPr>
          <a:xfrm>
            <a:off x="412750" y="1563687"/>
            <a:ext cx="9251950" cy="553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indent="-342900" defTabSz="9144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system helps users find the most suitable job opportunities based on their background and expertise. </a:t>
            </a:r>
          </a:p>
          <a:p>
            <a:pPr marL="342900" indent="-342900" defTabSz="9144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valuable insights into career options and industry trends. </a:t>
            </a:r>
          </a:p>
          <a:p>
            <a:pPr marL="342900" indent="-342900" defTabSz="9144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enhances user experience by making the job search process more efficient and interactive.</a:t>
            </a:r>
            <a:endParaRPr lang="en-US" altLang="en-US" sz="2000" b="1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914400">
              <a:lnSpc>
                <a:spcPct val="150000"/>
              </a:lnSpc>
              <a:buNone/>
              <a:defRPr/>
            </a:pPr>
            <a:endParaRPr lang="en-US" altLang="en-US" sz="2400" b="1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914400">
              <a:lnSpc>
                <a:spcPct val="150000"/>
              </a:lnSpc>
              <a:buNone/>
              <a:defRPr/>
            </a:pPr>
            <a:r>
              <a:rPr lang="en-US" altLang="en-US" sz="24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Motivation: </a:t>
            </a:r>
          </a:p>
          <a:p>
            <a:pPr marL="0" indent="0" defTabSz="914400">
              <a:lnSpc>
                <a:spcPct val="150000"/>
              </a:lnSpc>
              <a:buNone/>
              <a:defRPr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Observing that people should improve job matching accuracy based on skills ,we were inspired to create a unified solution for users.</a:t>
            </a:r>
            <a:endParaRPr lang="en-US" altLang="en-US" sz="2000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914400">
              <a:lnSpc>
                <a:spcPct val="150000"/>
              </a:lnSpc>
              <a:buNone/>
              <a:defRPr/>
            </a:pPr>
            <a:endParaRPr lang="en-US" altLang="en-US" sz="2000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914400">
              <a:buNone/>
              <a:defRPr/>
            </a:pPr>
            <a:endParaRPr lang="en-US" altLang="en-US" sz="2000" dirty="0">
              <a:solidFill>
                <a:sysClr val="windowText" lastClr="000000"/>
              </a:solidFill>
            </a:endParaRPr>
          </a:p>
          <a:p>
            <a:pPr marL="0" indent="0" defTabSz="914400">
              <a:buNone/>
              <a:defRPr/>
            </a:pPr>
            <a:endParaRPr lang="en-US" altLang="en-US" sz="2000" dirty="0">
              <a:solidFill>
                <a:sysClr val="windowText" lastClr="000000"/>
              </a:solidFill>
            </a:endParaRPr>
          </a:p>
          <a:p>
            <a:pPr marL="0" indent="0" defTabSz="914400">
              <a:buNone/>
              <a:defRPr/>
            </a:pPr>
            <a:endParaRPr lang="en-US" altLang="en-US" sz="2000" dirty="0">
              <a:solidFill>
                <a:sysClr val="windowText" lastClr="000000"/>
              </a:solidFill>
            </a:endParaRPr>
          </a:p>
          <a:p>
            <a:pPr marL="0" indent="0" defTabSz="914400">
              <a:buNone/>
              <a:defRPr/>
            </a:pPr>
            <a:endParaRPr lang="en-US" altLang="en-US" sz="2000" dirty="0">
              <a:solidFill>
                <a:sysClr val="windowText" lastClr="000000"/>
              </a:solidFill>
            </a:endParaRPr>
          </a:p>
          <a:p>
            <a:pPr marL="0" indent="0" defTabSz="914400">
              <a:buNone/>
              <a:defRPr/>
            </a:pPr>
            <a:endParaRPr lang="en-US" altLang="en-US" sz="2000" dirty="0"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4">
          <a:extLst>
            <a:ext uri="{FF2B5EF4-FFF2-40B4-BE49-F238E27FC236}">
              <a16:creationId xmlns:a16="http://schemas.microsoft.com/office/drawing/2014/main" id="{C3FF0E3C-04A5-13C1-145B-425DD1C54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0">
            <a:extLst>
              <a:ext uri="{FF2B5EF4-FFF2-40B4-BE49-F238E27FC236}">
                <a16:creationId xmlns:a16="http://schemas.microsoft.com/office/drawing/2014/main" id="{92059305-1E8D-097E-9387-7327E6AC00D0}"/>
              </a:ext>
            </a:extLst>
          </p:cNvPr>
          <p:cNvSpPr txBox="1"/>
          <p:nvPr/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675" rIns="0" bIns="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lang="en-US" sz="36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Goals Alignment</a:t>
            </a:r>
            <a:endParaRPr dirty="0"/>
          </a:p>
        </p:txBody>
      </p:sp>
      <p:sp>
        <p:nvSpPr>
          <p:cNvPr id="276" name="Google Shape;276;p10">
            <a:extLst>
              <a:ext uri="{FF2B5EF4-FFF2-40B4-BE49-F238E27FC236}">
                <a16:creationId xmlns:a16="http://schemas.microsoft.com/office/drawing/2014/main" id="{93551FBD-0F32-7776-D617-09C9203CAA92}"/>
              </a:ext>
            </a:extLst>
          </p:cNvPr>
          <p:cNvSpPr txBox="1"/>
          <p:nvPr/>
        </p:nvSpPr>
        <p:spPr>
          <a:xfrm>
            <a:off x="503237" y="1836735"/>
            <a:ext cx="8552840" cy="4291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SDG 8 – Decent Work and Economic Growth</a:t>
            </a:r>
          </a:p>
          <a:p>
            <a:pPr algn="just" defTabSz="914400">
              <a:spcBef>
                <a:spcPct val="20000"/>
              </a:spcBef>
              <a:buClrTx/>
              <a:buSzTx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NLP-driven job recommendation systems help match job seekers with suitable roles more efficiently, reducing unemployment and underemployment.</a:t>
            </a:r>
          </a:p>
          <a:p>
            <a:pPr algn="just" defTabSz="914400">
              <a:spcBef>
                <a:spcPct val="20000"/>
              </a:spcBef>
              <a:buClrTx/>
              <a:buSzTx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ct val="20000"/>
              </a:spcBef>
              <a:buClrTx/>
              <a:buFont typeface="Arial" panose="020B0604020202020204" pitchFamily="34" charset="0"/>
              <a:buChar char="•"/>
            </a:pPr>
            <a:r>
              <a:rPr lang="en-IN" sz="2000" b="1" dirty="0"/>
              <a:t>SDG 4 – Quality Education</a:t>
            </a:r>
          </a:p>
          <a:p>
            <a:pPr algn="just">
              <a:spcBef>
                <a:spcPct val="20000"/>
              </a:spcBef>
              <a:buClrTx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 parsing and job recommendation tools often highlight skill gaps, encouraging users to pursue upskilling or educational programs.</a:t>
            </a:r>
          </a:p>
          <a:p>
            <a:pPr algn="just">
              <a:spcBef>
                <a:spcPct val="20000"/>
              </a:spcBef>
              <a:buClrTx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SDG 9 – Industry, Innovation, and Infrastructure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Utilizing advanced technologies like NLP and chatbots in HR systems supports innovation in employment services and infrastructure development.</a:t>
            </a:r>
          </a:p>
          <a:p>
            <a:endParaRPr lang="en-US" sz="2000" b="1" dirty="0"/>
          </a:p>
          <a:p>
            <a:pPr algn="just">
              <a:spcBef>
                <a:spcPct val="20000"/>
              </a:spcBef>
              <a:buClrTx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ct val="20000"/>
              </a:spcBef>
              <a:buClrTx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ct val="20000"/>
              </a:spcBef>
              <a:buClrTx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defTabSz="914400">
              <a:spcBef>
                <a:spcPct val="20000"/>
              </a:spcBef>
              <a:buClrTx/>
              <a:buSzTx/>
            </a:pPr>
            <a:endParaRPr lang="en-GB" altLang="en-US" sz="2000" b="1" u="sng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defTabSz="914400">
              <a:spcBef>
                <a:spcPct val="20000"/>
              </a:spcBef>
              <a:buClrTx/>
              <a:buSzTx/>
            </a:pPr>
            <a:endParaRPr lang="en-GB" altLang="en-US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defTabSz="914400">
              <a:spcBef>
                <a:spcPct val="20000"/>
              </a:spcBef>
              <a:buClrTx/>
              <a:buSzTx/>
            </a:pPr>
            <a:endParaRPr lang="en-GB" altLang="en-US" sz="2000" b="1" u="sng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defTabSz="914400">
              <a:spcBef>
                <a:spcPct val="20000"/>
              </a:spcBef>
              <a:buClrTx/>
              <a:buSzTx/>
              <a:buNone/>
            </a:pPr>
            <a:endParaRPr lang="en-GB" altLang="en-US" sz="2000" b="1" u="sng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defTabSz="914400">
              <a:spcBef>
                <a:spcPct val="20000"/>
              </a:spcBef>
              <a:buClrTx/>
              <a:buSzTx/>
              <a:buNone/>
            </a:pPr>
            <a:endParaRPr lang="en-GB" alt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defTabSz="914400">
              <a:spcBef>
                <a:spcPct val="20000"/>
              </a:spcBef>
              <a:buClrTx/>
              <a:buSzTx/>
              <a:buNone/>
            </a:pPr>
            <a:endParaRPr lang="en-GB" altLang="en-US" sz="2000" dirty="0">
              <a:solidFill>
                <a:srgbClr val="000000"/>
              </a:solidFill>
              <a:latin typeface="Source Sans Pro" panose="020B0503030403020204" pitchFamily="34" charset="0"/>
            </a:endParaRPr>
          </a:p>
          <a:p>
            <a:pPr marL="0" indent="0" algn="just" defTabSz="914400">
              <a:spcBef>
                <a:spcPct val="20000"/>
              </a:spcBef>
              <a:buClrTx/>
              <a:buSzTx/>
              <a:buNone/>
            </a:pPr>
            <a:endParaRPr lang="en-GB" altLang="en-US" sz="2000" dirty="0">
              <a:solidFill>
                <a:srgbClr val="000000"/>
              </a:solidFill>
              <a:latin typeface="Source Sans Pro" panose="020B0503030403020204" pitchFamily="34" charset="0"/>
            </a:endParaRPr>
          </a:p>
          <a:p>
            <a:pPr marL="0" indent="0" algn="just" defTabSz="914400">
              <a:spcBef>
                <a:spcPct val="20000"/>
              </a:spcBef>
              <a:buClrTx/>
              <a:buSzTx/>
              <a:buNone/>
            </a:pPr>
            <a:endParaRPr lang="en-GB" altLang="en-US" sz="2000" dirty="0">
              <a:solidFill>
                <a:srgbClr val="000000"/>
              </a:solidFill>
              <a:latin typeface="Source Sans Pro" panose="020B0503030403020204" pitchFamily="34" charset="0"/>
            </a:endParaRPr>
          </a:p>
          <a:p>
            <a:pPr marL="0" indent="0" algn="just" defTabSz="914400">
              <a:spcBef>
                <a:spcPct val="20000"/>
              </a:spcBef>
              <a:buClrTx/>
              <a:buSzTx/>
              <a:buNone/>
            </a:pPr>
            <a:endParaRPr lang="en-GB" altLang="en-US" sz="2000" dirty="0">
              <a:solidFill>
                <a:srgbClr val="000000"/>
              </a:solidFill>
              <a:latin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5760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2">
          <a:extLst>
            <a:ext uri="{FF2B5EF4-FFF2-40B4-BE49-F238E27FC236}">
              <a16:creationId xmlns:a16="http://schemas.microsoft.com/office/drawing/2014/main" id="{63F8826D-9F98-5C4F-38AC-917C79978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">
            <a:extLst>
              <a:ext uri="{FF2B5EF4-FFF2-40B4-BE49-F238E27FC236}">
                <a16:creationId xmlns:a16="http://schemas.microsoft.com/office/drawing/2014/main" id="{D34F4261-D95D-691B-2224-02217EF7A6F8}"/>
              </a:ext>
            </a:extLst>
          </p:cNvPr>
          <p:cNvSpPr txBox="1"/>
          <p:nvPr/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675" rIns="0" bIns="0" anchor="ctr" anchorCtr="0">
            <a:noAutofit/>
          </a:bodyPr>
          <a:lstStyle/>
          <a:p>
            <a:pPr>
              <a:lnSpc>
                <a:spcPct val="93000"/>
              </a:lnSpc>
              <a:buSzPts val="3600"/>
            </a:pPr>
            <a:r>
              <a:rPr lang="en-I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 Literature Survey of the Existing System</a:t>
            </a:r>
          </a:p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endParaRPr dirty="0"/>
          </a:p>
        </p:txBody>
      </p:sp>
      <p:sp>
        <p:nvSpPr>
          <p:cNvPr id="234" name="Google Shape;234;p4">
            <a:extLst>
              <a:ext uri="{FF2B5EF4-FFF2-40B4-BE49-F238E27FC236}">
                <a16:creationId xmlns:a16="http://schemas.microsoft.com/office/drawing/2014/main" id="{6D227772-177C-8AA0-F3CC-46D7695C400F}"/>
              </a:ext>
            </a:extLst>
          </p:cNvPr>
          <p:cNvSpPr txBox="1"/>
          <p:nvPr/>
        </p:nvSpPr>
        <p:spPr>
          <a:xfrm>
            <a:off x="412750" y="1563687"/>
            <a:ext cx="9251950" cy="553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defTabSz="914400">
              <a:buNone/>
              <a:defRPr/>
            </a:pPr>
            <a:endParaRPr lang="en-US" altLang="en-US" sz="2000" dirty="0">
              <a:solidFill>
                <a:sysClr val="windowText" lastClr="000000"/>
              </a:solidFill>
            </a:endParaRPr>
          </a:p>
        </p:txBody>
      </p:sp>
      <p:pic>
        <p:nvPicPr>
          <p:cNvPr id="2" name="table">
            <a:extLst>
              <a:ext uri="{FF2B5EF4-FFF2-40B4-BE49-F238E27FC236}">
                <a16:creationId xmlns:a16="http://schemas.microsoft.com/office/drawing/2014/main" id="{2277D19C-C4A8-1AA5-6A30-487A619AFE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932" y="1236955"/>
            <a:ext cx="9393768" cy="592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017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2">
          <a:extLst>
            <a:ext uri="{FF2B5EF4-FFF2-40B4-BE49-F238E27FC236}">
              <a16:creationId xmlns:a16="http://schemas.microsoft.com/office/drawing/2014/main" id="{1CDB08E5-9429-40D2-7C2F-483ECDFCE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">
            <a:extLst>
              <a:ext uri="{FF2B5EF4-FFF2-40B4-BE49-F238E27FC236}">
                <a16:creationId xmlns:a16="http://schemas.microsoft.com/office/drawing/2014/main" id="{0201B776-49F1-C12E-33EF-44C052C2790B}"/>
              </a:ext>
            </a:extLst>
          </p:cNvPr>
          <p:cNvSpPr txBox="1"/>
          <p:nvPr/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675" rIns="0" bIns="0" anchor="ctr" anchorCtr="0">
            <a:noAutofit/>
          </a:bodyPr>
          <a:lstStyle/>
          <a:p>
            <a:pPr>
              <a:lnSpc>
                <a:spcPct val="93000"/>
              </a:lnSpc>
              <a:buSzPts val="3600"/>
            </a:pPr>
            <a:r>
              <a:rPr lang="en-I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 Literature Survey of the Existing System</a:t>
            </a:r>
          </a:p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endParaRPr dirty="0"/>
          </a:p>
        </p:txBody>
      </p:sp>
      <p:sp>
        <p:nvSpPr>
          <p:cNvPr id="234" name="Google Shape;234;p4">
            <a:extLst>
              <a:ext uri="{FF2B5EF4-FFF2-40B4-BE49-F238E27FC236}">
                <a16:creationId xmlns:a16="http://schemas.microsoft.com/office/drawing/2014/main" id="{6E98FE81-2341-2125-94BB-B45F638C0CEC}"/>
              </a:ext>
            </a:extLst>
          </p:cNvPr>
          <p:cNvSpPr txBox="1"/>
          <p:nvPr/>
        </p:nvSpPr>
        <p:spPr>
          <a:xfrm>
            <a:off x="412750" y="1563687"/>
            <a:ext cx="9251950" cy="553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defTabSz="914400">
              <a:buNone/>
              <a:defRPr/>
            </a:pPr>
            <a:endParaRPr lang="en-US" altLang="en-US" sz="2000" dirty="0">
              <a:solidFill>
                <a:sysClr val="windowText" lastClr="000000"/>
              </a:solidFill>
            </a:endParaRPr>
          </a:p>
        </p:txBody>
      </p:sp>
      <p:pic>
        <p:nvPicPr>
          <p:cNvPr id="3" name="table">
            <a:extLst>
              <a:ext uri="{FF2B5EF4-FFF2-40B4-BE49-F238E27FC236}">
                <a16:creationId xmlns:a16="http://schemas.microsoft.com/office/drawing/2014/main" id="{CB9C720F-C8E6-CDF7-3BD9-400E9D853B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870" y="1455217"/>
            <a:ext cx="9393922" cy="5535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419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2">
          <a:extLst>
            <a:ext uri="{FF2B5EF4-FFF2-40B4-BE49-F238E27FC236}">
              <a16:creationId xmlns:a16="http://schemas.microsoft.com/office/drawing/2014/main" id="{42A50AEA-8243-B145-0D2E-E53347C64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">
            <a:extLst>
              <a:ext uri="{FF2B5EF4-FFF2-40B4-BE49-F238E27FC236}">
                <a16:creationId xmlns:a16="http://schemas.microsoft.com/office/drawing/2014/main" id="{D4BC1FE9-8731-C4CC-CB28-96998C0265A9}"/>
              </a:ext>
            </a:extLst>
          </p:cNvPr>
          <p:cNvSpPr txBox="1"/>
          <p:nvPr/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675" rIns="0" bIns="0" anchor="ctr" anchorCtr="0">
            <a:noAutofit/>
          </a:bodyPr>
          <a:lstStyle/>
          <a:p>
            <a:pPr>
              <a:lnSpc>
                <a:spcPct val="93000"/>
              </a:lnSpc>
              <a:buSzPts val="3600"/>
            </a:pPr>
            <a:r>
              <a:rPr lang="en-I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 Literature Survey of the Existing System</a:t>
            </a:r>
          </a:p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endParaRPr dirty="0"/>
          </a:p>
        </p:txBody>
      </p:sp>
      <p:sp>
        <p:nvSpPr>
          <p:cNvPr id="234" name="Google Shape;234;p4">
            <a:extLst>
              <a:ext uri="{FF2B5EF4-FFF2-40B4-BE49-F238E27FC236}">
                <a16:creationId xmlns:a16="http://schemas.microsoft.com/office/drawing/2014/main" id="{ECA31BEC-04F7-A478-AACE-EAF6B2906FFD}"/>
              </a:ext>
            </a:extLst>
          </p:cNvPr>
          <p:cNvSpPr txBox="1"/>
          <p:nvPr/>
        </p:nvSpPr>
        <p:spPr>
          <a:xfrm>
            <a:off x="412750" y="1563687"/>
            <a:ext cx="9251950" cy="553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defTabSz="914400">
              <a:buNone/>
              <a:defRPr/>
            </a:pPr>
            <a:endParaRPr lang="en-US" altLang="en-US" sz="2000" dirty="0">
              <a:solidFill>
                <a:sysClr val="windowText" lastClr="000000"/>
              </a:solidFill>
            </a:endParaRPr>
          </a:p>
        </p:txBody>
      </p:sp>
      <p:pic>
        <p:nvPicPr>
          <p:cNvPr id="2" name="table">
            <a:extLst>
              <a:ext uri="{FF2B5EF4-FFF2-40B4-BE49-F238E27FC236}">
                <a16:creationId xmlns:a16="http://schemas.microsoft.com/office/drawing/2014/main" id="{9FEE10C2-CB82-252C-A982-43C7F96BD9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37" y="1200727"/>
            <a:ext cx="8995020" cy="6057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9101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6"/>
          <p:cNvSpPr txBox="1"/>
          <p:nvPr/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675" rIns="0" bIns="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lang="en-US" sz="3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 of Existing Systems </a:t>
            </a:r>
            <a:endParaRPr/>
          </a:p>
        </p:txBody>
      </p:sp>
      <p:sp>
        <p:nvSpPr>
          <p:cNvPr id="248" name="Google Shape;248;p6"/>
          <p:cNvSpPr txBox="1"/>
          <p:nvPr/>
        </p:nvSpPr>
        <p:spPr>
          <a:xfrm>
            <a:off x="503237" y="1768475"/>
            <a:ext cx="9070975" cy="4989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225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9" name="Google Shape;249;p6"/>
          <p:cNvSpPr txBox="1"/>
          <p:nvPr/>
        </p:nvSpPr>
        <p:spPr>
          <a:xfrm>
            <a:off x="386739" y="1587381"/>
            <a:ext cx="8783637" cy="5170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Lack of Personalization : 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Many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 recommender are often generic and do not consider individual preferences such as career growth, interests or company culture which is  leading to irrelevant job recommendations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Poor User Experience and Engagement :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Complex user interfaces makes job searching inconvenient and confusing.</a:t>
            </a:r>
          </a:p>
          <a:p>
            <a:pPr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Limited Support for Career Growth: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Most systems lack a chatbot-driven approach to guide users on upskilling courses or certifications that can enhance their job eligibility, focusing solely on skill assessment.</a:t>
            </a:r>
          </a:p>
          <a:p>
            <a:pPr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Ineffective Resume Parsing :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Many job portals do not extract relevant details from resumes effectively i.e. skills and experiences listed in resumes may not be mapped correctly to job requirements.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7"/>
          <p:cNvSpPr txBox="1">
            <a:spLocks noGrp="1"/>
          </p:cNvSpPr>
          <p:nvPr>
            <p:ph type="title"/>
          </p:nvPr>
        </p:nvSpPr>
        <p:spPr>
          <a:xfrm>
            <a:off x="215900" y="671512"/>
            <a:ext cx="7453312" cy="145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lang="en-US" sz="3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Problem statement </a:t>
            </a:r>
            <a:endParaRPr/>
          </a:p>
        </p:txBody>
      </p:sp>
      <p:sp>
        <p:nvSpPr>
          <p:cNvPr id="255" name="Google Shape;255;p7"/>
          <p:cNvSpPr txBox="1">
            <a:spLocks noGrp="1"/>
          </p:cNvSpPr>
          <p:nvPr>
            <p:ph type="body" idx="1"/>
          </p:nvPr>
        </p:nvSpPr>
        <p:spPr>
          <a:xfrm>
            <a:off x="215900" y="1763712"/>
            <a:ext cx="8640762" cy="561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 defTabSz="914400">
              <a:lnSpc>
                <a:spcPct val="150000"/>
              </a:lnSpc>
              <a:spcBef>
                <a:spcPct val="20000"/>
              </a:spcBef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struggle to find relevant job opportunities because existing job portals rely on keyword-based matching rather than contextual NLP-driven recommendations.</a:t>
            </a:r>
          </a:p>
          <a:p>
            <a:pPr algn="just" defTabSz="914400">
              <a:lnSpc>
                <a:spcPct val="150000"/>
              </a:lnSpc>
              <a:spcBef>
                <a:spcPct val="20000"/>
              </a:spcBef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seekers lack insights into their career progress, required skills, and job market trends due to inadequate data visualization and predictive analytics.</a:t>
            </a:r>
          </a:p>
          <a:p>
            <a:pPr algn="just" defTabSz="914400">
              <a:lnSpc>
                <a:spcPct val="150000"/>
              </a:lnSpc>
              <a:spcBef>
                <a:spcPct val="20000"/>
              </a:spcBef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absence of AI-driven chatbots leaves job seekers without personalized career guidance and real-time support.</a:t>
            </a:r>
          </a:p>
          <a:p>
            <a:pPr algn="just" defTabSz="914400">
              <a:lnSpc>
                <a:spcPct val="150000"/>
              </a:lnSpc>
              <a:spcBef>
                <a:spcPct val="20000"/>
              </a:spcBef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existing platforms have complicated interfaces that make job searching and resume submission cumbersome.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>
          <a:extLst>
            <a:ext uri="{FF2B5EF4-FFF2-40B4-BE49-F238E27FC236}">
              <a16:creationId xmlns:a16="http://schemas.microsoft.com/office/drawing/2014/main" id="{E9D69FF3-D0D7-6AFB-6901-CAEC17A78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7">
            <a:extLst>
              <a:ext uri="{FF2B5EF4-FFF2-40B4-BE49-F238E27FC236}">
                <a16:creationId xmlns:a16="http://schemas.microsoft.com/office/drawing/2014/main" id="{63DBFE3E-82CE-4D2B-766C-192EA4B684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5900" y="671512"/>
            <a:ext cx="7453312" cy="145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lang="en-US" sz="36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dirty="0"/>
          </a:p>
        </p:txBody>
      </p:sp>
      <p:sp>
        <p:nvSpPr>
          <p:cNvPr id="255" name="Google Shape;255;p7">
            <a:extLst>
              <a:ext uri="{FF2B5EF4-FFF2-40B4-BE49-F238E27FC236}">
                <a16:creationId xmlns:a16="http://schemas.microsoft.com/office/drawing/2014/main" id="{E7BFD69A-739B-BEFE-2E6A-243494F6D0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5900" y="1763712"/>
            <a:ext cx="8640762" cy="561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 defTabSz="914400">
              <a:lnSpc>
                <a:spcPct val="150000"/>
              </a:lnSpc>
              <a:spcBef>
                <a:spcPct val="20000"/>
              </a:spcBef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 users to find relevant job opportunities using contextual NLP-driven recommendations.</a:t>
            </a:r>
          </a:p>
          <a:p>
            <a:pPr algn="just" defTabSz="914400">
              <a:lnSpc>
                <a:spcPct val="150000"/>
              </a:lnSpc>
              <a:spcBef>
                <a:spcPct val="20000"/>
              </a:spcBef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it easier for job seekers check insights into their career progress and job market trends with the help of data visualization and predictive analytics.</a:t>
            </a:r>
          </a:p>
          <a:p>
            <a:pPr algn="just" defTabSz="914400">
              <a:lnSpc>
                <a:spcPct val="150000"/>
              </a:lnSpc>
              <a:spcBef>
                <a:spcPct val="20000"/>
              </a:spcBef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an AI-driven chatbot to help with personalized career guidance and real-time support.</a:t>
            </a:r>
          </a:p>
          <a:p>
            <a:pPr algn="just" defTabSz="914400">
              <a:lnSpc>
                <a:spcPct val="150000"/>
              </a:lnSpc>
              <a:spcBef>
                <a:spcPct val="20000"/>
              </a:spcBef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an interactive and easy to navigate user interface for job seekers.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86915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>
          <a:extLst>
            <a:ext uri="{FF2B5EF4-FFF2-40B4-BE49-F238E27FC236}">
              <a16:creationId xmlns:a16="http://schemas.microsoft.com/office/drawing/2014/main" id="{68418708-85FE-8C70-535E-3C0464F5E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7">
            <a:extLst>
              <a:ext uri="{FF2B5EF4-FFF2-40B4-BE49-F238E27FC236}">
                <a16:creationId xmlns:a16="http://schemas.microsoft.com/office/drawing/2014/main" id="{64CB5B3E-5821-D68A-2B1A-4C9334530F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5900" y="671512"/>
            <a:ext cx="7453312" cy="145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defRPr/>
            </a:pP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System Design</a:t>
            </a:r>
          </a:p>
        </p:txBody>
      </p:sp>
      <p:sp>
        <p:nvSpPr>
          <p:cNvPr id="255" name="Google Shape;255;p7">
            <a:extLst>
              <a:ext uri="{FF2B5EF4-FFF2-40B4-BE49-F238E27FC236}">
                <a16:creationId xmlns:a16="http://schemas.microsoft.com/office/drawing/2014/main" id="{2BC42EDA-5179-98F8-711F-DFF728DAB8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878072" y="5188331"/>
            <a:ext cx="3713336" cy="638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37160" indent="0" algn="just" defTabSz="914400">
              <a:lnSpc>
                <a:spcPct val="150000"/>
              </a:lnSpc>
              <a:spcBef>
                <a:spcPct val="20000"/>
              </a:spcBef>
              <a:buClrTx/>
              <a:buSzTx/>
              <a:buNone/>
              <a:defRPr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FAQ Support, Query Handling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4F5ABEB-16F1-830C-5672-907E8D6D73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207" y="1570720"/>
            <a:ext cx="9583514" cy="539278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75805F6-D52C-614F-FF78-04D4969A1E75}"/>
                  </a:ext>
                </a:extLst>
              </p14:cNvPr>
              <p14:cNvContentPartPr/>
              <p14:nvPr/>
            </p14:nvContentPartPr>
            <p14:xfrm>
              <a:off x="1645731" y="5964960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75805F6-D52C-614F-FF78-04D4969A1E7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92091" y="585732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0930469-5C42-0A14-9B00-DDDCEC0F57BA}"/>
                  </a:ext>
                </a:extLst>
              </p14:cNvPr>
              <p14:cNvContentPartPr/>
              <p14:nvPr/>
            </p14:nvContentPartPr>
            <p14:xfrm>
              <a:off x="1645731" y="5964600"/>
              <a:ext cx="150120" cy="511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0930469-5C42-0A14-9B00-DDDCEC0F57B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92091" y="5856600"/>
                <a:ext cx="257760" cy="2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A2F510B-A250-332F-1A25-E7039EE0A44D}"/>
                  </a:ext>
                </a:extLst>
              </p14:cNvPr>
              <p14:cNvContentPartPr/>
              <p14:nvPr/>
            </p14:nvContentPartPr>
            <p14:xfrm>
              <a:off x="1785411" y="6026520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A2F510B-A250-332F-1A25-E7039EE0A44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31411" y="591852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733714F-E629-A61A-156D-0B3BBFE3877B}"/>
                  </a:ext>
                </a:extLst>
              </p14:cNvPr>
              <p14:cNvContentPartPr/>
              <p14:nvPr/>
            </p14:nvContentPartPr>
            <p14:xfrm>
              <a:off x="1785411" y="6026520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733714F-E629-A61A-156D-0B3BBFE3877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31411" y="591852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C2DD8B2-9808-7FCF-7938-6A6F39C63F90}"/>
                  </a:ext>
                </a:extLst>
              </p14:cNvPr>
              <p14:cNvContentPartPr/>
              <p14:nvPr/>
            </p14:nvContentPartPr>
            <p14:xfrm>
              <a:off x="1785411" y="6026520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C2DD8B2-9808-7FCF-7938-6A6F39C63F9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31411" y="591852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2B68BDE-E06D-9866-5EB3-0A75E6DCC32E}"/>
                  </a:ext>
                </a:extLst>
              </p14:cNvPr>
              <p14:cNvContentPartPr/>
              <p14:nvPr/>
            </p14:nvContentPartPr>
            <p14:xfrm>
              <a:off x="234891" y="6879720"/>
              <a:ext cx="284760" cy="7027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2B68BDE-E06D-9866-5EB3-0A75E6DCC32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81251" y="6771720"/>
                <a:ext cx="392400" cy="91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DF22C38-AFA9-5124-6D86-82A36A47FBA0}"/>
                  </a:ext>
                </a:extLst>
              </p14:cNvPr>
              <p14:cNvContentPartPr/>
              <p14:nvPr/>
            </p14:nvContentPartPr>
            <p14:xfrm>
              <a:off x="1682400" y="6004368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DF22C38-AFA9-5124-6D86-82A36A47FBA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28400" y="5896728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ED85CEB-0A58-ED13-8801-586A7264B0C8}"/>
                  </a:ext>
                </a:extLst>
              </p14:cNvPr>
              <p14:cNvContentPartPr/>
              <p14:nvPr/>
            </p14:nvContentPartPr>
            <p14:xfrm>
              <a:off x="1682400" y="6004368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ED85CEB-0A58-ED13-8801-586A7264B0C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28400" y="5896728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9089F06-E325-84BB-DF1C-E65F3D344F34}"/>
                  </a:ext>
                </a:extLst>
              </p14:cNvPr>
              <p14:cNvContentPartPr/>
              <p14:nvPr/>
            </p14:nvContentPartPr>
            <p14:xfrm>
              <a:off x="1623720" y="5937048"/>
              <a:ext cx="339120" cy="680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9089F06-E325-84BB-DF1C-E65F3D344F34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569720" y="5829048"/>
                <a:ext cx="446760" cy="28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A3BEDD7-7D7C-A251-A028-D62048BD4094}"/>
                  </a:ext>
                </a:extLst>
              </p14:cNvPr>
              <p14:cNvContentPartPr/>
              <p14:nvPr/>
            </p14:nvContentPartPr>
            <p14:xfrm>
              <a:off x="194880" y="6266448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A3BEDD7-7D7C-A251-A028-D62048BD409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0880" y="6158808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2B0A5306-866C-CE5C-3C18-1E58D44767FE}"/>
                  </a:ext>
                </a:extLst>
              </p14:cNvPr>
              <p14:cNvContentPartPr/>
              <p14:nvPr/>
            </p14:nvContentPartPr>
            <p14:xfrm>
              <a:off x="194880" y="6186888"/>
              <a:ext cx="244440" cy="1843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2B0A5306-866C-CE5C-3C18-1E58D44767F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40880" y="6078888"/>
                <a:ext cx="352080" cy="39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C5AC9916-0FEA-6311-0287-DF138D4A3591}"/>
                  </a:ext>
                </a:extLst>
              </p14:cNvPr>
              <p14:cNvContentPartPr/>
              <p14:nvPr/>
            </p14:nvContentPartPr>
            <p14:xfrm>
              <a:off x="1828560" y="5882328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C5AC9916-0FEA-6311-0287-DF138D4A359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74920" y="5774688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03976340-CF9A-CC6C-F882-26343C39A556}"/>
                  </a:ext>
                </a:extLst>
              </p14:cNvPr>
              <p14:cNvContentPartPr/>
              <p14:nvPr/>
            </p14:nvContentPartPr>
            <p14:xfrm>
              <a:off x="1828560" y="5825808"/>
              <a:ext cx="1270440" cy="2577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03976340-CF9A-CC6C-F882-26343C39A556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774920" y="5717808"/>
                <a:ext cx="1378080" cy="47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1E6151D-7D6F-900A-C8E0-B20329BA7740}"/>
                  </a:ext>
                </a:extLst>
              </p14:cNvPr>
              <p14:cNvContentPartPr/>
              <p14:nvPr/>
            </p14:nvContentPartPr>
            <p14:xfrm>
              <a:off x="1621200" y="5931288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1E6151D-7D6F-900A-C8E0-B20329BA774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67560" y="5823648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EF7B281A-E6BB-46C9-CCF3-849CD58A72AB}"/>
                  </a:ext>
                </a:extLst>
              </p14:cNvPr>
              <p14:cNvContentPartPr/>
              <p14:nvPr/>
            </p14:nvContentPartPr>
            <p14:xfrm>
              <a:off x="1621200" y="5925888"/>
              <a:ext cx="3489120" cy="11930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EF7B281A-E6BB-46C9-CCF3-849CD58A72A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567560" y="5817888"/>
                <a:ext cx="3596760" cy="140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3B40D15A-6612-2EB0-AC5E-8398054AA72D}"/>
                  </a:ext>
                </a:extLst>
              </p14:cNvPr>
              <p14:cNvContentPartPr/>
              <p14:nvPr/>
            </p14:nvContentPartPr>
            <p14:xfrm>
              <a:off x="4955880" y="7034688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3B40D15A-6612-2EB0-AC5E-8398054AA72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01880" y="6927048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77FFA6A9-E719-C61F-0043-E3630B67E3F9}"/>
                  </a:ext>
                </a:extLst>
              </p14:cNvPr>
              <p14:cNvContentPartPr/>
              <p14:nvPr/>
            </p14:nvContentPartPr>
            <p14:xfrm>
              <a:off x="4524240" y="6461928"/>
              <a:ext cx="819000" cy="7174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77FFA6A9-E719-C61F-0043-E3630B67E3F9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4470600" y="6353928"/>
                <a:ext cx="926640" cy="933120"/>
              </a:xfrm>
              <a:prstGeom prst="rect">
                <a:avLst/>
              </a:prstGeom>
            </p:spPr>
          </p:pic>
        </mc:Fallback>
      </mc:AlternateContent>
      <p:sp>
        <p:nvSpPr>
          <p:cNvPr id="20" name="Rectangle 19">
            <a:extLst>
              <a:ext uri="{FF2B5EF4-FFF2-40B4-BE49-F238E27FC236}">
                <a16:creationId xmlns:a16="http://schemas.microsoft.com/office/drawing/2014/main" id="{B8D29E6A-CA0A-E4B3-2151-D410A802C9C7}"/>
              </a:ext>
            </a:extLst>
          </p:cNvPr>
          <p:cNvSpPr/>
          <p:nvPr/>
        </p:nvSpPr>
        <p:spPr>
          <a:xfrm>
            <a:off x="1365266" y="5825808"/>
            <a:ext cx="1829038" cy="2577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25DA184-80D3-2A7D-D333-0C511F76CC88}"/>
              </a:ext>
            </a:extLst>
          </p:cNvPr>
          <p:cNvSpPr/>
          <p:nvPr/>
        </p:nvSpPr>
        <p:spPr>
          <a:xfrm>
            <a:off x="1457960" y="3342640"/>
            <a:ext cx="2306320" cy="391160"/>
          </a:xfrm>
          <a:prstGeom prst="rect">
            <a:avLst/>
          </a:prstGeom>
          <a:solidFill>
            <a:srgbClr val="9FBFE5"/>
          </a:solidFill>
          <a:ln>
            <a:solidFill>
              <a:srgbClr val="9FBF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84A0678-8920-C053-0D12-759EB7834BA8}"/>
              </a:ext>
            </a:extLst>
          </p:cNvPr>
          <p:cNvSpPr/>
          <p:nvPr/>
        </p:nvSpPr>
        <p:spPr>
          <a:xfrm>
            <a:off x="5402580" y="5882328"/>
            <a:ext cx="2529840" cy="2577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BC74B73-28E8-EDDC-EFCC-E172735EB177}"/>
              </a:ext>
            </a:extLst>
          </p:cNvPr>
          <p:cNvSpPr/>
          <p:nvPr/>
        </p:nvSpPr>
        <p:spPr>
          <a:xfrm>
            <a:off x="5608320" y="5676900"/>
            <a:ext cx="2060892" cy="2489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7A66A2F-928F-DEFC-063C-735BE29B18DA}"/>
              </a:ext>
            </a:extLst>
          </p:cNvPr>
          <p:cNvSpPr txBox="1"/>
          <p:nvPr/>
        </p:nvSpPr>
        <p:spPr>
          <a:xfrm>
            <a:off x="5404485" y="5541424"/>
            <a:ext cx="5055870" cy="384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7160" indent="0" algn="just" defTabSz="914400">
              <a:lnSpc>
                <a:spcPct val="150000"/>
              </a:lnSpc>
              <a:spcBef>
                <a:spcPct val="20000"/>
              </a:spcBef>
              <a:buClrTx/>
              <a:buSzTx/>
              <a:buNone/>
              <a:defRPr/>
            </a:pPr>
            <a:r>
              <a:rPr lang="en-IN" sz="1400" dirty="0">
                <a:latin typeface="Aptos" panose="020B0004020202020204" pitchFamily="34" charset="0"/>
                <a:cs typeface="Times New Roman" panose="02020603050405020304" pitchFamily="18" charset="0"/>
              </a:rPr>
              <a:t>FAQ Support, Query Handling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26FE244-9A46-539C-5A73-224F5A7E233F}"/>
              </a:ext>
            </a:extLst>
          </p:cNvPr>
          <p:cNvSpPr/>
          <p:nvPr/>
        </p:nvSpPr>
        <p:spPr>
          <a:xfrm>
            <a:off x="7475220" y="4696200"/>
            <a:ext cx="1287780" cy="1729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7926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0"/>
          <p:cNvSpPr txBox="1"/>
          <p:nvPr/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675" rIns="0" bIns="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lang="en-US" sz="3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Technology Stack for Proposed System</a:t>
            </a:r>
            <a:endParaRPr/>
          </a:p>
        </p:txBody>
      </p:sp>
      <p:sp>
        <p:nvSpPr>
          <p:cNvPr id="276" name="Google Shape;276;p10"/>
          <p:cNvSpPr txBox="1"/>
          <p:nvPr/>
        </p:nvSpPr>
        <p:spPr>
          <a:xfrm>
            <a:off x="503237" y="2443405"/>
            <a:ext cx="3077247" cy="2672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just" defTabSz="914400">
              <a:spcBef>
                <a:spcPct val="20000"/>
              </a:spcBef>
              <a:buClrTx/>
              <a:buSzTx/>
              <a:buNone/>
            </a:pPr>
            <a:r>
              <a:rPr lang="en-GB" altLang="en-US" sz="2000" b="1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Front-End </a:t>
            </a:r>
          </a:p>
          <a:p>
            <a:pPr algn="just" defTabSz="914400">
              <a:spcBef>
                <a:spcPct val="2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GB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HTML5</a:t>
            </a:r>
          </a:p>
          <a:p>
            <a:pPr algn="just" defTabSz="914400">
              <a:spcBef>
                <a:spcPct val="2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GB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</a:p>
          <a:p>
            <a:pPr algn="just" defTabSz="914400">
              <a:spcBef>
                <a:spcPct val="2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GB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</a:p>
          <a:p>
            <a:pPr marL="0" indent="0" algn="just" defTabSz="914400">
              <a:spcBef>
                <a:spcPct val="20000"/>
              </a:spcBef>
              <a:buClrTx/>
              <a:buSzTx/>
              <a:buNone/>
            </a:pPr>
            <a:endParaRPr lang="en-GB" altLang="en-US" sz="2000" b="1" u="sng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defTabSz="914400">
              <a:spcBef>
                <a:spcPct val="20000"/>
              </a:spcBef>
              <a:buClrTx/>
              <a:buSzTx/>
              <a:buNone/>
            </a:pPr>
            <a:r>
              <a:rPr lang="en-GB" altLang="en-US" sz="2000" b="1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Back-End </a:t>
            </a:r>
          </a:p>
          <a:p>
            <a:pPr algn="just" defTabSz="914400">
              <a:spcBef>
                <a:spcPct val="2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GB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Flask: Python Framework</a:t>
            </a:r>
          </a:p>
          <a:p>
            <a:pPr marL="0" indent="0" algn="just" defTabSz="914400">
              <a:spcBef>
                <a:spcPct val="20000"/>
              </a:spcBef>
              <a:buClrTx/>
              <a:buSzTx/>
              <a:buNone/>
            </a:pPr>
            <a:endParaRPr lang="en-GB" altLang="en-US" sz="2000" b="1" u="sng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defTabSz="914400">
              <a:spcBef>
                <a:spcPct val="20000"/>
              </a:spcBef>
              <a:buClrTx/>
              <a:buSzTx/>
              <a:buNone/>
            </a:pPr>
            <a:endParaRPr lang="en-GB" alt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defTabSz="914400">
              <a:spcBef>
                <a:spcPct val="20000"/>
              </a:spcBef>
              <a:buClrTx/>
              <a:buSzTx/>
              <a:buNone/>
            </a:pPr>
            <a:endParaRPr lang="en-GB" altLang="en-US" sz="2000" dirty="0">
              <a:solidFill>
                <a:srgbClr val="000000"/>
              </a:solidFill>
              <a:latin typeface="Source Sans Pro" panose="020B0503030403020204" pitchFamily="34" charset="0"/>
            </a:endParaRPr>
          </a:p>
          <a:p>
            <a:pPr marL="0" indent="0" algn="just" defTabSz="914400">
              <a:spcBef>
                <a:spcPct val="20000"/>
              </a:spcBef>
              <a:buClrTx/>
              <a:buSzTx/>
              <a:buNone/>
            </a:pPr>
            <a:endParaRPr lang="en-GB" altLang="en-US" sz="2000" dirty="0">
              <a:solidFill>
                <a:srgbClr val="000000"/>
              </a:solidFill>
              <a:latin typeface="Source Sans Pro" panose="020B0503030403020204" pitchFamily="34" charset="0"/>
            </a:endParaRPr>
          </a:p>
          <a:p>
            <a:pPr marL="0" indent="0" algn="just" defTabSz="914400">
              <a:spcBef>
                <a:spcPct val="20000"/>
              </a:spcBef>
              <a:buClrTx/>
              <a:buSzTx/>
              <a:buNone/>
            </a:pPr>
            <a:endParaRPr lang="en-GB" altLang="en-US" sz="2000" dirty="0">
              <a:solidFill>
                <a:srgbClr val="000000"/>
              </a:solidFill>
              <a:latin typeface="Source Sans Pro" panose="020B0503030403020204" pitchFamily="34" charset="0"/>
            </a:endParaRPr>
          </a:p>
          <a:p>
            <a:pPr marL="0" indent="0" algn="just" defTabSz="914400">
              <a:spcBef>
                <a:spcPct val="20000"/>
              </a:spcBef>
              <a:buClrTx/>
              <a:buSzTx/>
              <a:buNone/>
            </a:pPr>
            <a:endParaRPr lang="en-GB" altLang="en-US" sz="2000" dirty="0">
              <a:solidFill>
                <a:srgbClr val="000000"/>
              </a:solidFill>
              <a:latin typeface="Source Sans Pro" panose="020B0503030403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989463-4F8A-B5C7-470A-5CD25AB2552E}"/>
              </a:ext>
            </a:extLst>
          </p:cNvPr>
          <p:cNvSpPr txBox="1"/>
          <p:nvPr/>
        </p:nvSpPr>
        <p:spPr>
          <a:xfrm>
            <a:off x="5038724" y="2656452"/>
            <a:ext cx="437209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 defTabSz="914400">
              <a:spcBef>
                <a:spcPct val="20000"/>
              </a:spcBef>
              <a:buClrTx/>
              <a:buSzTx/>
              <a:buNone/>
            </a:pPr>
            <a:r>
              <a:rPr lang="en-GB" altLang="en-US" sz="2000" b="1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 </a:t>
            </a:r>
          </a:p>
          <a:p>
            <a:pPr algn="just" defTabSz="914400">
              <a:spcBef>
                <a:spcPct val="2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GB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</a:t>
            </a:r>
          </a:p>
          <a:p>
            <a:pPr marL="0" indent="0" algn="just" defTabSz="914400">
              <a:spcBef>
                <a:spcPct val="20000"/>
              </a:spcBef>
              <a:buClrTx/>
              <a:buSzTx/>
              <a:buNone/>
            </a:pPr>
            <a:endParaRPr lang="en-GB" altLang="en-US" sz="2000" b="1" u="sng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defTabSz="914400">
              <a:spcBef>
                <a:spcPct val="20000"/>
              </a:spcBef>
              <a:buClrTx/>
              <a:buSzTx/>
              <a:buNone/>
            </a:pPr>
            <a:r>
              <a:rPr lang="en-GB" altLang="en-US" sz="2000" b="1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 </a:t>
            </a:r>
          </a:p>
          <a:p>
            <a:pPr algn="just" defTabSz="914400">
              <a:spcBef>
                <a:spcPct val="2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 </a:t>
            </a:r>
          </a:p>
          <a:p>
            <a:pPr algn="just" defTabSz="914400">
              <a:spcBef>
                <a:spcPct val="2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Content-Based Filtering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4">
          <a:extLst>
            <a:ext uri="{FF2B5EF4-FFF2-40B4-BE49-F238E27FC236}">
              <a16:creationId xmlns:a16="http://schemas.microsoft.com/office/drawing/2014/main" id="{8BAA5207-5A3F-FB70-D870-587BAB0E1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0">
            <a:extLst>
              <a:ext uri="{FF2B5EF4-FFF2-40B4-BE49-F238E27FC236}">
                <a16:creationId xmlns:a16="http://schemas.microsoft.com/office/drawing/2014/main" id="{53594232-3FD0-148E-3AB7-848516EB45EF}"/>
              </a:ext>
            </a:extLst>
          </p:cNvPr>
          <p:cNvSpPr txBox="1"/>
          <p:nvPr/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675" rIns="0" bIns="0" anchor="ctr" anchorCtr="0">
            <a:noAutofit/>
          </a:bodyPr>
          <a:lstStyle/>
          <a:p>
            <a:pPr lvl="0">
              <a:lnSpc>
                <a:spcPct val="93000"/>
              </a:lnSpc>
              <a:buSzPts val="3600"/>
            </a:pPr>
            <a:r>
              <a:rPr lang="en-I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Implementation</a:t>
            </a:r>
            <a:endParaRPr dirty="0"/>
          </a:p>
        </p:txBody>
      </p:sp>
      <p:sp>
        <p:nvSpPr>
          <p:cNvPr id="276" name="Google Shape;276;p10">
            <a:extLst>
              <a:ext uri="{FF2B5EF4-FFF2-40B4-BE49-F238E27FC236}">
                <a16:creationId xmlns:a16="http://schemas.microsoft.com/office/drawing/2014/main" id="{98793A22-CB97-DB6F-1380-D61DB874015F}"/>
              </a:ext>
            </a:extLst>
          </p:cNvPr>
          <p:cNvSpPr txBox="1"/>
          <p:nvPr/>
        </p:nvSpPr>
        <p:spPr>
          <a:xfrm>
            <a:off x="503237" y="2443405"/>
            <a:ext cx="3077247" cy="2672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just" defTabSz="914400">
              <a:spcBef>
                <a:spcPct val="20000"/>
              </a:spcBef>
              <a:buClrTx/>
              <a:buSzTx/>
              <a:buNone/>
            </a:pPr>
            <a:endParaRPr lang="en-GB" altLang="en-US" sz="2000" dirty="0">
              <a:solidFill>
                <a:srgbClr val="000000"/>
              </a:solidFill>
              <a:latin typeface="Source Sans Pro" panose="020B0503030403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5C653D7-51E0-42A7-8ECB-DB8AFD9C0D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843" y="1563688"/>
            <a:ext cx="9216704" cy="4555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3509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4">
          <a:extLst>
            <a:ext uri="{FF2B5EF4-FFF2-40B4-BE49-F238E27FC236}">
              <a16:creationId xmlns:a16="http://schemas.microsoft.com/office/drawing/2014/main" id="{1755C88B-CC03-9166-56D3-89360A465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0">
            <a:extLst>
              <a:ext uri="{FF2B5EF4-FFF2-40B4-BE49-F238E27FC236}">
                <a16:creationId xmlns:a16="http://schemas.microsoft.com/office/drawing/2014/main" id="{0880A398-36B6-0571-119B-29C5EA3F4DBE}"/>
              </a:ext>
            </a:extLst>
          </p:cNvPr>
          <p:cNvSpPr txBox="1"/>
          <p:nvPr/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675" rIns="0" bIns="0" anchor="ctr" anchorCtr="0">
            <a:noAutofit/>
          </a:bodyPr>
          <a:lstStyle/>
          <a:p>
            <a:pPr lvl="0">
              <a:lnSpc>
                <a:spcPct val="93000"/>
              </a:lnSpc>
              <a:buSzPts val="3600"/>
            </a:pPr>
            <a:r>
              <a:rPr lang="en-I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Implementation</a:t>
            </a:r>
            <a:endParaRPr dirty="0"/>
          </a:p>
        </p:txBody>
      </p:sp>
      <p:sp>
        <p:nvSpPr>
          <p:cNvPr id="276" name="Google Shape;276;p10">
            <a:extLst>
              <a:ext uri="{FF2B5EF4-FFF2-40B4-BE49-F238E27FC236}">
                <a16:creationId xmlns:a16="http://schemas.microsoft.com/office/drawing/2014/main" id="{D0B09202-181E-7FDF-58D3-11FBF3A31C08}"/>
              </a:ext>
            </a:extLst>
          </p:cNvPr>
          <p:cNvSpPr txBox="1"/>
          <p:nvPr/>
        </p:nvSpPr>
        <p:spPr>
          <a:xfrm>
            <a:off x="503237" y="2443405"/>
            <a:ext cx="3077247" cy="2672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just" defTabSz="914400">
              <a:spcBef>
                <a:spcPct val="20000"/>
              </a:spcBef>
              <a:buClrTx/>
              <a:buSzTx/>
              <a:buNone/>
            </a:pPr>
            <a:endParaRPr lang="en-GB" altLang="en-US" sz="2000" dirty="0">
              <a:solidFill>
                <a:srgbClr val="000000"/>
              </a:solidFill>
              <a:latin typeface="Source Sans Pro" panose="020B0503030403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9BD7856-D44B-9530-B868-656692D62E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37" y="1392219"/>
            <a:ext cx="8939701" cy="5540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8659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3"/>
          <p:cNvSpPr txBox="1"/>
          <p:nvPr/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675" rIns="0" bIns="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lang="en-US" sz="3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</a:t>
            </a:r>
            <a:endParaRPr/>
          </a:p>
        </p:txBody>
      </p:sp>
      <p:sp>
        <p:nvSpPr>
          <p:cNvPr id="296" name="Google Shape;296;p13"/>
          <p:cNvSpPr txBox="1"/>
          <p:nvPr/>
        </p:nvSpPr>
        <p:spPr>
          <a:xfrm>
            <a:off x="503237" y="1563687"/>
            <a:ext cx="8420955" cy="51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225" rIns="0" bIns="0" anchor="t" anchorCtr="0">
            <a:noAutofit/>
          </a:bodyPr>
          <a:lstStyle/>
          <a:p>
            <a:pPr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Hence, Development and Implementation of 50% of  Web based platform providing seamless user experience.</a:t>
            </a:r>
          </a:p>
          <a:p>
            <a:pPr marL="0" indent="0">
              <a:lnSpc>
                <a:spcPct val="150000"/>
              </a:lnSpc>
              <a:buClr>
                <a:schemeClr val="tx1"/>
              </a:buClr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Recommendation and Resume Parsing System is providing a comprehensive platform for user, through its user-friendly interface.</a:t>
            </a:r>
          </a:p>
          <a:p>
            <a:pPr marL="0" indent="0">
              <a:lnSpc>
                <a:spcPct val="150000"/>
              </a:lnSpc>
              <a:buClr>
                <a:schemeClr val="tx1"/>
              </a:buClr>
              <a:buNone/>
            </a:pPr>
            <a:endParaRPr lang="en-IN" sz="20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4"/>
          <p:cNvSpPr txBox="1"/>
          <p:nvPr/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675" rIns="0" bIns="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lang="en-US" sz="3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/>
          </a:p>
        </p:txBody>
      </p:sp>
      <p:sp>
        <p:nvSpPr>
          <p:cNvPr id="303" name="Google Shape;303;p14"/>
          <p:cNvSpPr txBox="1"/>
          <p:nvPr/>
        </p:nvSpPr>
        <p:spPr>
          <a:xfrm>
            <a:off x="503237" y="1563687"/>
            <a:ext cx="9070975" cy="51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225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04" name="Google Shape;304;p14"/>
          <p:cNvSpPr txBox="1"/>
          <p:nvPr/>
        </p:nvSpPr>
        <p:spPr>
          <a:xfrm>
            <a:off x="539750" y="1484312"/>
            <a:ext cx="8677275" cy="5608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 defTabSz="914400">
              <a:lnSpc>
                <a:spcPct val="150000"/>
              </a:lnSpc>
              <a:spcBef>
                <a:spcPct val="2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Automated Resume Parsing: A Natural Language Processing  Approach,7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International Conference on Computation System and Information Technology for Sustainable Solutions, Zhejiang University,2023</a:t>
            </a:r>
          </a:p>
          <a:p>
            <a:pPr marL="342900" indent="-342900" defTabSz="914400">
              <a:lnSpc>
                <a:spcPct val="150000"/>
              </a:lnSpc>
              <a:spcBef>
                <a:spcPct val="2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[2]A Research of Job Recommendation System Based on Content-Based Filtering, 7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International Symposium on Computational Intelligence and Design , Zhejiang University,2014.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defTabSz="914400">
              <a:lnSpc>
                <a:spcPct val="150000"/>
              </a:lnSpc>
              <a:spcBef>
                <a:spcPct val="2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[3]A Machine Learning-Based Job Forecasting And Trend Analysis System To Predict Future Job Markets Using Historical Data, 8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International Conference for Convergence in Technology Pune, India,2023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914400">
              <a:spcBef>
                <a:spcPct val="20000"/>
              </a:spcBef>
              <a:buClrTx/>
              <a:buSzTx/>
              <a:buNone/>
            </a:pPr>
            <a:endParaRPr lang="en-GB" altLang="en-US" sz="2000" dirty="0">
              <a:latin typeface="Source Sans Pro" panose="020B0503030403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5"/>
          <p:cNvSpPr txBox="1"/>
          <p:nvPr/>
        </p:nvSpPr>
        <p:spPr>
          <a:xfrm>
            <a:off x="647700" y="30575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675" rIns="0" bIns="0" anchor="ctr" anchorCtr="0">
            <a:noAutofit/>
          </a:bodyPr>
          <a:lstStyle/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lang="en-US" sz="3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You...!!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defaul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FFFFFF"/>
      </a:accent3>
      <a:accent4>
        <a:srgbClr val="5FCBEF"/>
      </a:accent4>
      <a:accent5>
        <a:srgbClr val="2E83C3"/>
      </a:accent5>
      <a:accent6>
        <a:srgbClr val="FFFFFF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3_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</TotalTime>
  <Words>677</Words>
  <Application>Microsoft Office PowerPoint</Application>
  <PresentationFormat>Custom</PresentationFormat>
  <Paragraphs>119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17</vt:i4>
      </vt:variant>
    </vt:vector>
  </HeadingPairs>
  <TitlesOfParts>
    <vt:vector size="28" baseType="lpstr">
      <vt:lpstr>Aptos</vt:lpstr>
      <vt:lpstr>Arial</vt:lpstr>
      <vt:lpstr>Noto Sans Symbols</vt:lpstr>
      <vt:lpstr>Source Sans Pro</vt:lpstr>
      <vt:lpstr>Times New Roman</vt:lpstr>
      <vt:lpstr>Trebuchet MS</vt:lpstr>
      <vt:lpstr>Facet</vt:lpstr>
      <vt:lpstr>Facet</vt:lpstr>
      <vt:lpstr>1_Facet</vt:lpstr>
      <vt:lpstr>2_Facet</vt:lpstr>
      <vt:lpstr>3_Facet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Problem statement </vt:lpstr>
      <vt:lpstr>Objectives</vt:lpstr>
      <vt:lpstr>System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 b</dc:creator>
  <cp:lastModifiedBy>aryan shailesh</cp:lastModifiedBy>
  <cp:revision>1</cp:revision>
  <dcterms:created xsi:type="dcterms:W3CDTF">2017-10-25T08:22:14Z</dcterms:created>
  <dcterms:modified xsi:type="dcterms:W3CDTF">2025-10-30T14:32:16Z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12.0000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Custom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6</vt:i4>
  </property>
</Properties>
</file>